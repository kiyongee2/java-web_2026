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7" autoAdjust="0"/>
    <p:restoredTop sz="94660"/>
  </p:normalViewPr>
  <p:slideViewPr>
    <p:cSldViewPr>
      <p:cViewPr varScale="1">
        <p:scale>
          <a:sx n="88" d="100"/>
          <a:sy n="88" d="100"/>
        </p:scale>
        <p:origin x="907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7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파일 업로드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&amp;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다국어 처리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600" i="1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16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File </a:t>
            </a:r>
            <a:r>
              <a:rPr lang="en-US" altLang="ko-KR" sz="16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&amp; multi-language</a:t>
            </a:r>
            <a:endParaRPr lang="ko-KR" altLang="en-US" sz="16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268760"/>
            <a:ext cx="2736304" cy="21924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849" y="2882363"/>
            <a:ext cx="5040560" cy="27297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굽은 화살표 7"/>
          <p:cNvSpPr/>
          <p:nvPr/>
        </p:nvSpPr>
        <p:spPr>
          <a:xfrm rot="5400000">
            <a:off x="4319641" y="2139226"/>
            <a:ext cx="432048" cy="605490"/>
          </a:xfrm>
          <a:prstGeom prst="ben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파일 업로드 관련 설정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41916"/>
            <a:ext cx="6040462" cy="15959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90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MultipartFile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인터페이스</a:t>
            </a:r>
            <a:endParaRPr lang="en-US" altLang="ko-KR" sz="20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208584" y="1494627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컨트롤러에 멀티 파트 요청으로 들어오는 매개변수 중에서 </a:t>
            </a:r>
            <a:r>
              <a:rPr lang="ko-KR" altLang="en-US" sz="1600" dirty="0" err="1" smtClean="0"/>
              <a:t>업로드된</a:t>
            </a:r>
            <a:r>
              <a:rPr lang="ko-KR" altLang="en-US" sz="1600" dirty="0" smtClean="0"/>
              <a:t> 파일과 파일 데이터를 표현할 때 사용한다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2492896"/>
            <a:ext cx="58326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err="1" smtClean="0"/>
              <a:t>MultipartFile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인터페이스의 주요 메서드</a:t>
            </a:r>
            <a:endParaRPr lang="en-US" altLang="ko-KR" b="1" dirty="0" smtClean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1352600" y="3140968"/>
          <a:ext cx="8064896" cy="2472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4111">
                  <a:extLst>
                    <a:ext uri="{9D8B030D-6E8A-4147-A177-3AD203B41FA5}">
                      <a16:colId xmlns:a16="http://schemas.microsoft.com/office/drawing/2014/main" val="3993985894"/>
                    </a:ext>
                  </a:extLst>
                </a:gridCol>
                <a:gridCol w="550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메서드</a:t>
                      </a:r>
                      <a:endParaRPr lang="ko-KR" altLang="en-US" sz="1800" b="1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설명</a:t>
                      </a:r>
                      <a:endParaRPr lang="ko-KR" altLang="en-US" sz="1800" b="1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getName</a:t>
                      </a:r>
                      <a:r>
                        <a:rPr lang="en-US" altLang="ko-KR" sz="1800" b="0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멀티 파트 폼 </a:t>
                      </a:r>
                      <a:r>
                        <a:rPr lang="ko-KR" altLang="en-US" sz="1600" b="0" dirty="0" err="1" smtClean="0"/>
                        <a:t>파라미터</a:t>
                      </a:r>
                      <a:r>
                        <a:rPr lang="ko-KR" altLang="en-US" sz="1600" b="0" dirty="0" smtClean="0"/>
                        <a:t> 이름을 반환</a:t>
                      </a:r>
                      <a:endParaRPr lang="en-US" altLang="ko-KR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getOriginalFilename</a:t>
                      </a:r>
                      <a:r>
                        <a:rPr lang="en-US" altLang="ko-KR" sz="1800" b="0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클라이언트의 파일 시스템에서 실제 파일 이름을 반환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isEmpty</a:t>
                      </a:r>
                      <a:r>
                        <a:rPr lang="en-US" altLang="ko-KR" sz="1800" b="0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업로드한 파일의 존재 여부를 반환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5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</a:t>
                      </a:r>
                      <a:r>
                        <a:rPr lang="en-US" altLang="ko-KR" sz="1800" b="0" dirty="0" err="1" smtClean="0"/>
                        <a:t>transferTo</a:t>
                      </a:r>
                      <a:r>
                        <a:rPr lang="en-US" altLang="ko-KR" sz="1800" b="0" dirty="0" smtClean="0"/>
                        <a:t>(File </a:t>
                      </a:r>
                      <a:r>
                        <a:rPr lang="en-US" altLang="ko-KR" sz="1800" b="0" dirty="0" err="1" smtClean="0"/>
                        <a:t>dest</a:t>
                      </a:r>
                      <a:r>
                        <a:rPr lang="en-US" altLang="ko-KR" sz="1800" b="0" dirty="0" smtClean="0"/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전송된 파일을 지정한 대상 파일로 전송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72478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54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MemberDTO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4680520" cy="17012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501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FileController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366"/>
            <a:ext cx="7149367" cy="46809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40388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FileController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3" y="1628800"/>
            <a:ext cx="8209671" cy="36717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3420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ResourceConfig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04" y="1628366"/>
            <a:ext cx="9278827" cy="34568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6812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viewPage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2708920"/>
            <a:ext cx="6336704" cy="20879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334598" y="1569566"/>
            <a:ext cx="67867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파일 업로드 항목이 있을 경우는 반드시 </a:t>
            </a:r>
            <a:r>
              <a:rPr lang="en-US" altLang="ko-KR" dirty="0" smtClean="0"/>
              <a:t>form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enctype</a:t>
            </a:r>
            <a:r>
              <a:rPr lang="en-US" altLang="ko-KR" dirty="0" smtClean="0"/>
              <a:t> </a:t>
            </a:r>
            <a:r>
              <a:rPr lang="ko-KR" altLang="en-US" dirty="0" smtClean="0"/>
              <a:t>속성을 </a:t>
            </a:r>
            <a:r>
              <a:rPr lang="en-US" altLang="ko-KR" dirty="0" smtClean="0"/>
              <a:t>“</a:t>
            </a:r>
            <a:r>
              <a:rPr lang="en-US" altLang="ko-KR" b="1" dirty="0" smtClean="0">
                <a:solidFill>
                  <a:srgbClr val="C00000"/>
                </a:solidFill>
              </a:rPr>
              <a:t>multipart/form-data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로 추가 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29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viewPage_result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366"/>
            <a:ext cx="7749733" cy="15846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0536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파일 업로드 </a:t>
            </a:r>
            <a:r>
              <a:rPr lang="en-US" altLang="ko-KR" sz="2000" b="1" dirty="0" smtClean="0"/>
              <a:t>- DB </a:t>
            </a:r>
            <a:r>
              <a:rPr lang="ko-KR" altLang="en-US" sz="2000" b="1" dirty="0" smtClean="0"/>
              <a:t>연동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7342005" cy="19266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4734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Entity - </a:t>
            </a:r>
            <a:r>
              <a:rPr lang="en-US" altLang="ko-KR" sz="2000" b="1" dirty="0" err="1" smtClean="0"/>
              <a:t>FileEntity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597" y="1628366"/>
            <a:ext cx="6483723" cy="42589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84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FileRepository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682660"/>
            <a:ext cx="8640960" cy="10262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7124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FileService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04" y="1556792"/>
            <a:ext cx="8258900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693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FileService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00212"/>
            <a:ext cx="6458296" cy="42050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7904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파일 업로드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980728"/>
            <a:ext cx="79208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FileController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48691"/>
            <a:ext cx="6207748" cy="49046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126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12532</TotalTime>
  <Words>162</Words>
  <Application>Microsoft Office PowerPoint</Application>
  <PresentationFormat>A4 용지(210x297mm)</PresentationFormat>
  <Paragraphs>45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7장. 파일 업로드 &amp; 다국어 처리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841</cp:revision>
  <dcterms:created xsi:type="dcterms:W3CDTF">2019-03-04T02:36:55Z</dcterms:created>
  <dcterms:modified xsi:type="dcterms:W3CDTF">2025-10-27T09:42:06Z</dcterms:modified>
</cp:coreProperties>
</file>