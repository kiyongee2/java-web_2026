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413" r:id="rId3"/>
    <p:sldId id="445" r:id="rId4"/>
    <p:sldId id="414" r:id="rId5"/>
    <p:sldId id="415" r:id="rId6"/>
    <p:sldId id="416" r:id="rId7"/>
    <p:sldId id="417" r:id="rId8"/>
    <p:sldId id="421" r:id="rId9"/>
    <p:sldId id="422" r:id="rId10"/>
    <p:sldId id="418" r:id="rId11"/>
    <p:sldId id="420" r:id="rId12"/>
    <p:sldId id="419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33" r:id="rId24"/>
    <p:sldId id="437" r:id="rId25"/>
    <p:sldId id="434" r:id="rId26"/>
    <p:sldId id="435" r:id="rId27"/>
    <p:sldId id="436" r:id="rId28"/>
    <p:sldId id="443" r:id="rId29"/>
    <p:sldId id="438" r:id="rId30"/>
    <p:sldId id="444" r:id="rId31"/>
    <p:sldId id="439" r:id="rId32"/>
    <p:sldId id="440" r:id="rId33"/>
    <p:sldId id="441" r:id="rId34"/>
    <p:sldId id="442" r:id="rId3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 autoAdjust="0"/>
    <p:restoredTop sz="94660"/>
  </p:normalViewPr>
  <p:slideViewPr>
    <p:cSldViewPr>
      <p:cViewPr varScale="1">
        <p:scale>
          <a:sx n="88" d="100"/>
          <a:sy n="88" d="100"/>
        </p:scale>
        <p:origin x="778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8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Ajax, 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게시판 댓글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8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Ajax</a:t>
            </a:r>
            <a:endParaRPr lang="ko-KR" altLang="en-US" sz="18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Ajax</a:t>
            </a:r>
            <a:r>
              <a:rPr lang="ko-KR" altLang="en-US" sz="2000" b="1" dirty="0" smtClean="0"/>
              <a:t>란</a:t>
            </a:r>
            <a:r>
              <a:rPr lang="en-US" altLang="ko-KR" sz="2000" b="1" dirty="0" smtClean="0"/>
              <a:t>?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sp>
        <p:nvSpPr>
          <p:cNvPr id="2" name="직사각형 1"/>
          <p:cNvSpPr/>
          <p:nvPr/>
        </p:nvSpPr>
        <p:spPr>
          <a:xfrm>
            <a:off x="1208584" y="1628800"/>
            <a:ext cx="8280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Asynchronous</a:t>
            </a:r>
            <a:r>
              <a:rPr lang="ko-KR" altLang="en-US" dirty="0"/>
              <a:t> </a:t>
            </a:r>
            <a:r>
              <a:rPr lang="ko-KR" altLang="en-US" dirty="0" err="1"/>
              <a:t>JavaScript</a:t>
            </a:r>
            <a:r>
              <a:rPr lang="ko-KR" altLang="en-US" dirty="0"/>
              <a:t> </a:t>
            </a:r>
            <a:r>
              <a:rPr lang="ko-KR" altLang="en-US" dirty="0" err="1"/>
              <a:t>And</a:t>
            </a:r>
            <a:r>
              <a:rPr lang="ko-KR" altLang="en-US" dirty="0"/>
              <a:t> </a:t>
            </a:r>
            <a:r>
              <a:rPr lang="ko-KR" altLang="en-US" dirty="0" err="1" smtClean="0"/>
              <a:t>XML의</a:t>
            </a:r>
            <a:r>
              <a:rPr lang="ko-KR" altLang="en-US" dirty="0" smtClean="0"/>
              <a:t> 약자이다</a:t>
            </a:r>
            <a:r>
              <a:rPr lang="ko-KR" alt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“</a:t>
            </a:r>
            <a:r>
              <a:rPr lang="ko-KR" altLang="en-US" dirty="0" err="1"/>
              <a:t>웹페이지</a:t>
            </a:r>
            <a:r>
              <a:rPr lang="ko-KR" altLang="en-US" dirty="0"/>
              <a:t> 전체를 </a:t>
            </a:r>
            <a:r>
              <a:rPr lang="ko-KR" altLang="en-US" dirty="0" err="1" smtClean="0"/>
              <a:t>새로고침</a:t>
            </a:r>
            <a:r>
              <a:rPr lang="ko-KR" altLang="en-US" dirty="0" smtClean="0"/>
              <a:t> 하지 </a:t>
            </a:r>
            <a:r>
              <a:rPr lang="ko-KR" altLang="en-US" dirty="0"/>
              <a:t>않고, 서버와 데이터를 주고받는 </a:t>
            </a:r>
            <a:r>
              <a:rPr lang="ko-KR" altLang="en-US" dirty="0" err="1"/>
              <a:t>기술</a:t>
            </a:r>
            <a:r>
              <a:rPr lang="ko-KR" altLang="en-US" dirty="0" err="1" smtClean="0"/>
              <a:t>”이다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2780928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Ajax</a:t>
            </a:r>
            <a:r>
              <a:rPr lang="ko-KR" altLang="en-US" sz="2000" b="1" dirty="0" smtClean="0"/>
              <a:t>를 쓰는 이유 </a:t>
            </a:r>
            <a:endParaRPr lang="ko-KR" altLang="en-US" sz="2000" dirty="0"/>
          </a:p>
        </p:txBody>
      </p:sp>
      <p:sp>
        <p:nvSpPr>
          <p:cNvPr id="3" name="직사각형 2"/>
          <p:cNvSpPr/>
          <p:nvPr/>
        </p:nvSpPr>
        <p:spPr>
          <a:xfrm>
            <a:off x="1280592" y="3284984"/>
            <a:ext cx="8352928" cy="2116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보통 HTML &lt;</a:t>
            </a:r>
            <a:r>
              <a:rPr lang="ko-KR" altLang="en-US" dirty="0" err="1"/>
              <a:t>form</a:t>
            </a:r>
            <a:r>
              <a:rPr lang="ko-KR" altLang="en-US" dirty="0"/>
              <a:t>&gt;을 쓰면 서버로 요청을 보낼 때 페이지가 </a:t>
            </a:r>
            <a:r>
              <a:rPr lang="ko-KR" altLang="en-US" dirty="0" smtClean="0"/>
              <a:t>새로 고침 된다</a:t>
            </a:r>
            <a:r>
              <a:rPr lang="ko-KR" alt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err="1" smtClean="0"/>
              <a:t>AJAX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smtClean="0"/>
              <a:t>사용하면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페이지 </a:t>
            </a:r>
            <a:r>
              <a:rPr lang="ko-KR" altLang="en-US" dirty="0" smtClean="0"/>
              <a:t>새로 고침 </a:t>
            </a:r>
            <a:r>
              <a:rPr lang="ko-KR" altLang="en-US" dirty="0"/>
              <a:t>없이 요청 가능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댓글이나 좋아요 같은 부분 업데이트에 유리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사용자 경험(UX) 향상 </a:t>
            </a:r>
          </a:p>
        </p:txBody>
      </p:sp>
    </p:spTree>
    <p:extLst>
      <p:ext uri="{BB962C8B-B14F-4D97-AF65-F5344CB8AC3E}">
        <p14:creationId xmlns:p14="http://schemas.microsoft.com/office/powerpoint/2010/main" val="307884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Ajax</a:t>
            </a:r>
            <a:r>
              <a:rPr lang="ko-KR" altLang="en-US" sz="2000" b="1" dirty="0"/>
              <a:t> </a:t>
            </a:r>
            <a:r>
              <a:rPr lang="ko-KR" altLang="en-US" sz="2000" b="1" dirty="0" smtClean="0"/>
              <a:t>사용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sp>
        <p:nvSpPr>
          <p:cNvPr id="4" name="직사각형 3"/>
          <p:cNvSpPr/>
          <p:nvPr/>
        </p:nvSpPr>
        <p:spPr>
          <a:xfrm>
            <a:off x="1352600" y="1776172"/>
            <a:ext cx="705678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예를 들어, 댓글을 등록하면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$.</a:t>
            </a:r>
            <a:r>
              <a:rPr lang="ko-KR" altLang="en-US" sz="2400" b="1" dirty="0" err="1"/>
              <a:t>ajax</a:t>
            </a:r>
            <a:r>
              <a:rPr lang="ko-KR" altLang="en-US" sz="2400" b="1" dirty="0"/>
              <a:t>({...})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이 코드가 실행되어 서버에 데이터를 보낸 뒤</a:t>
            </a:r>
            <a:r>
              <a:rPr lang="ko-KR" altLang="en-US" dirty="0" smtClean="0"/>
              <a:t>, 성공하면 </a:t>
            </a:r>
            <a:r>
              <a:rPr lang="ko-KR" altLang="en-US" dirty="0"/>
              <a:t>페이지를 다시 </a:t>
            </a:r>
            <a:r>
              <a:rPr lang="ko-KR" altLang="en-US" dirty="0" err="1"/>
              <a:t>로드하지</a:t>
            </a:r>
            <a:r>
              <a:rPr lang="ko-KR" altLang="en-US" dirty="0"/>
              <a:t> </a:t>
            </a:r>
            <a:r>
              <a:rPr lang="ko-KR" altLang="en-US" dirty="0" smtClean="0"/>
              <a:t>않고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</a:t>
            </a:r>
            <a:r>
              <a:rPr lang="ko-KR" altLang="en-US" dirty="0"/>
              <a:t>자리에서 바로 댓글 목록을 업데이트할 수 </a:t>
            </a:r>
            <a:r>
              <a:rPr lang="ko-KR" altLang="en-US" dirty="0" smtClean="0"/>
              <a:t>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02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RequestBody</a:t>
            </a:r>
            <a:r>
              <a:rPr lang="en-US" altLang="ko-KR" sz="2000" b="1" dirty="0" smtClean="0"/>
              <a:t> </a:t>
            </a:r>
            <a:r>
              <a:rPr lang="en-US" altLang="ko-KR" sz="2000" b="1" dirty="0"/>
              <a:t>&amp; </a:t>
            </a:r>
            <a:r>
              <a:rPr lang="en-US" altLang="ko-KR" sz="2000" b="1" dirty="0" err="1" smtClean="0"/>
              <a:t>ResponseBody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sp>
        <p:nvSpPr>
          <p:cNvPr id="5" name="직사각형 4"/>
          <p:cNvSpPr/>
          <p:nvPr/>
        </p:nvSpPr>
        <p:spPr>
          <a:xfrm>
            <a:off x="1136576" y="1556792"/>
            <a:ext cx="8208912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/>
              <a:t>웹에서 </a:t>
            </a:r>
            <a:r>
              <a:rPr lang="ko-KR" altLang="en-US" sz="1600" dirty="0"/>
              <a:t>화면전환(</a:t>
            </a:r>
            <a:r>
              <a:rPr lang="ko-KR" altLang="en-US" sz="1600" dirty="0" err="1"/>
              <a:t>새로고침</a:t>
            </a:r>
            <a:r>
              <a:rPr lang="ko-KR" altLang="en-US" sz="1600" dirty="0"/>
              <a:t>) 없이 이루어지는 동작들은 대부분 </a:t>
            </a:r>
            <a:r>
              <a:rPr lang="ko-KR" altLang="en-US" sz="1600" b="1" i="1" dirty="0"/>
              <a:t>비동기 통신</a:t>
            </a:r>
            <a:r>
              <a:rPr lang="ko-KR" altLang="en-US" sz="1600" dirty="0"/>
              <a:t>으로 이루어진다</a:t>
            </a:r>
            <a:r>
              <a:rPr lang="ko-KR" altLang="en-US" sz="1600" dirty="0" smtClean="0"/>
              <a:t>.</a:t>
            </a:r>
            <a:endParaRPr lang="ko-KR" altLang="en-US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/>
              <a:t>비동기통신을 하기 위해서는 </a:t>
            </a:r>
            <a:r>
              <a:rPr lang="ko-KR" altLang="en-US" sz="1600" dirty="0"/>
              <a:t>클라이언트에서 서버로 요청 </a:t>
            </a:r>
            <a:r>
              <a:rPr lang="ko-KR" altLang="en-US" sz="1600" dirty="0" err="1"/>
              <a:t>메세지를</a:t>
            </a:r>
            <a:r>
              <a:rPr lang="ko-KR" altLang="en-US" sz="1600" dirty="0"/>
              <a:t> 보낼 때, 본문에 </a:t>
            </a:r>
            <a:r>
              <a:rPr lang="ko-KR" altLang="en-US" sz="1600" dirty="0" smtClean="0"/>
              <a:t>데이</a:t>
            </a:r>
            <a:r>
              <a:rPr lang="ko-KR" altLang="en-US" sz="1600" dirty="0"/>
              <a:t>터</a:t>
            </a:r>
            <a:r>
              <a:rPr lang="ko-KR" altLang="en-US" sz="1600" dirty="0" smtClean="0"/>
              <a:t>를 </a:t>
            </a:r>
            <a:r>
              <a:rPr lang="ko-KR" altLang="en-US" sz="1600" dirty="0"/>
              <a:t>담아서 보내야 하고, 서버에서 클라이언트로 응답을 </a:t>
            </a:r>
            <a:r>
              <a:rPr lang="ko-KR" altLang="en-US" sz="1600" dirty="0" smtClean="0"/>
              <a:t>보낼 때에도 </a:t>
            </a:r>
            <a:r>
              <a:rPr lang="ko-KR" altLang="en-US" sz="1600" dirty="0"/>
              <a:t>본문에 데이터를 담아서 보내야 한다. </a:t>
            </a:r>
            <a:r>
              <a:rPr lang="ko-KR" altLang="en-US" sz="1600" dirty="0" smtClean="0"/>
              <a:t>이 </a:t>
            </a:r>
            <a:r>
              <a:rPr lang="ko-KR" altLang="en-US" sz="1600" dirty="0"/>
              <a:t>본문이 바로 </a:t>
            </a:r>
            <a:r>
              <a:rPr lang="ko-KR" altLang="en-US" sz="1600" dirty="0" err="1"/>
              <a:t>body</a:t>
            </a:r>
            <a:r>
              <a:rPr lang="ko-KR" altLang="en-US" sz="1600" dirty="0"/>
              <a:t> 이다</a:t>
            </a:r>
            <a:r>
              <a:rPr lang="ko-KR" altLang="en-US" sz="1600" dirty="0" smtClean="0"/>
              <a:t>.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    즉</a:t>
            </a:r>
            <a:r>
              <a:rPr lang="ko-KR" altLang="en-US" sz="1600" dirty="0"/>
              <a:t>, </a:t>
            </a:r>
            <a:r>
              <a:rPr lang="ko-KR" altLang="en-US" sz="1600" dirty="0" smtClean="0"/>
              <a:t>요청 본문 </a:t>
            </a:r>
            <a:r>
              <a:rPr lang="ko-KR" altLang="en-US" b="1" dirty="0" err="1"/>
              <a:t>requestBody</a:t>
            </a:r>
            <a:r>
              <a:rPr lang="ko-KR" altLang="en-US" sz="1600" dirty="0"/>
              <a:t>, </a:t>
            </a:r>
            <a:r>
              <a:rPr lang="ko-KR" altLang="en-US" sz="1600" dirty="0" smtClean="0"/>
              <a:t>응답 본문 </a:t>
            </a:r>
            <a:r>
              <a:rPr lang="ko-KR" altLang="en-US" b="1" dirty="0" err="1"/>
              <a:t>responseBody</a:t>
            </a:r>
            <a:r>
              <a:rPr lang="ko-KR" altLang="en-US" sz="1600" dirty="0"/>
              <a:t> 을 담아서 보내야 한다.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@</a:t>
            </a:r>
            <a:r>
              <a:rPr lang="en-US" altLang="ko-KR" b="1" dirty="0" err="1" smtClean="0"/>
              <a:t>RequestBody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   이 </a:t>
            </a:r>
            <a:r>
              <a:rPr lang="ko-KR" altLang="en-US" sz="1600" dirty="0" err="1"/>
              <a:t>어노테이션이</a:t>
            </a:r>
            <a:r>
              <a:rPr lang="ko-KR" altLang="en-US" sz="1600" dirty="0"/>
              <a:t> 붙은 파라미터에는 </a:t>
            </a:r>
            <a:r>
              <a:rPr lang="en-US" altLang="ko-KR" sz="1600" dirty="0"/>
              <a:t>http</a:t>
            </a:r>
            <a:r>
              <a:rPr lang="ko-KR" altLang="en-US" sz="1600" dirty="0"/>
              <a:t>요청의 본문</a:t>
            </a:r>
            <a:r>
              <a:rPr lang="en-US" altLang="ko-KR" sz="1600" dirty="0"/>
              <a:t>(body)</a:t>
            </a:r>
            <a:r>
              <a:rPr lang="ko-KR" altLang="en-US" sz="1600" dirty="0"/>
              <a:t>이 그대로 전달된다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   </a:t>
            </a:r>
            <a:r>
              <a:rPr lang="en-US" altLang="ko-KR" b="1" dirty="0" err="1" smtClean="0"/>
              <a:t>json</a:t>
            </a:r>
            <a:r>
              <a:rPr lang="en-US" altLang="ko-KR" b="1" dirty="0" smtClean="0"/>
              <a:t> </a:t>
            </a:r>
            <a:r>
              <a:rPr lang="ko-KR" altLang="en-US" sz="1600" dirty="0" smtClean="0"/>
              <a:t>기반의 </a:t>
            </a:r>
            <a:r>
              <a:rPr lang="ko-KR" altLang="en-US" sz="1600" dirty="0"/>
              <a:t>메시지를 사용하는 요청의 경우에 이 방법이 매우 유용하다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4417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실습 예제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800770"/>
            <a:ext cx="4143953" cy="23815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019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</a:t>
            </a:r>
            <a:r>
              <a:rPr lang="en-US" altLang="ko-KR" sz="2000" b="1" dirty="0" smtClean="0"/>
              <a:t>ndex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628800"/>
            <a:ext cx="8629181" cy="4084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922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AjaxViewController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799"/>
            <a:ext cx="4176464" cy="47138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948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AjaxVController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42" y="1628800"/>
            <a:ext cx="7899014" cy="40537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7487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AjaxVController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5" y="1628800"/>
            <a:ext cx="8529843" cy="1872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9476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ex01 </a:t>
            </a:r>
            <a:r>
              <a:rPr lang="ko-KR" altLang="en-US" sz="2000" b="1" dirty="0" smtClean="0"/>
              <a:t>구현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76172"/>
            <a:ext cx="4054310" cy="32368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4014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</a:t>
            </a:r>
            <a:r>
              <a:rPr lang="en-US" altLang="ko-KR" sz="2000" b="1" dirty="0" smtClean="0"/>
              <a:t>x01.html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700808"/>
            <a:ext cx="8352928" cy="31778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518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</a:t>
            </a:r>
            <a:r>
              <a:rPr lang="en-US" altLang="ko-KR" sz="2000" b="1" dirty="0" smtClean="0"/>
              <a:t>x01.html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32" y="1628800"/>
            <a:ext cx="6577196" cy="4536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789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ex02 </a:t>
            </a:r>
            <a:r>
              <a:rPr lang="ko-KR" altLang="en-US" sz="2000" b="1" dirty="0" smtClean="0"/>
              <a:t>구현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4864596" cy="3131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440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ex02.html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6537309" cy="32031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572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ex02.html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81" y="1628800"/>
            <a:ext cx="6851287" cy="39895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405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ex03 </a:t>
            </a:r>
            <a:r>
              <a:rPr lang="ko-KR" altLang="en-US" sz="2000" b="1" dirty="0" smtClean="0"/>
              <a:t>구현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4835457" cy="37839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505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ex03.html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6480720" cy="32281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788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Ajax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ex03.html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3" y="1628800"/>
            <a:ext cx="6624736" cy="43250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898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908720"/>
            <a:ext cx="5400600" cy="553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2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2938"/>
          <a:stretch/>
        </p:blipFill>
        <p:spPr>
          <a:xfrm>
            <a:off x="1424608" y="1196752"/>
            <a:ext cx="6190988" cy="475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0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CommentDTO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788915" cy="48105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704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Comment - Entity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552728" cy="4325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077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Comment - Entity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307260" cy="47479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4117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CommentRepository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665814"/>
            <a:ext cx="8676252" cy="14213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4243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CommentController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1" y="1556792"/>
            <a:ext cx="7401443" cy="4896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4297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CommentService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776864" cy="47444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159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CommentService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29" y="1556792"/>
            <a:ext cx="8609169" cy="41044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174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7196374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모서리가 둥근 직사각형 3"/>
          <p:cNvSpPr/>
          <p:nvPr/>
        </p:nvSpPr>
        <p:spPr>
          <a:xfrm>
            <a:off x="1568624" y="3789040"/>
            <a:ext cx="7272808" cy="136815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6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글 상세보기 </a:t>
            </a:r>
            <a:r>
              <a:rPr lang="en-US" altLang="ko-KR" sz="2000" b="1" dirty="0" smtClean="0"/>
              <a:t>- detail.html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sp>
        <p:nvSpPr>
          <p:cNvPr id="4" name="직사각형 3"/>
          <p:cNvSpPr/>
          <p:nvPr/>
        </p:nvSpPr>
        <p:spPr>
          <a:xfrm>
            <a:off x="1064568" y="1412776"/>
            <a:ext cx="828092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Spring</a:t>
            </a:r>
            <a:r>
              <a:rPr lang="ko-KR" altLang="en-US" dirty="0"/>
              <a:t> </a:t>
            </a:r>
            <a:r>
              <a:rPr lang="ko-KR" altLang="en-US" dirty="0" err="1"/>
              <a:t>Security는</a:t>
            </a:r>
            <a:r>
              <a:rPr lang="ko-KR" altLang="en-US" dirty="0"/>
              <a:t> POST 요청 시 CSRF 보호(</a:t>
            </a:r>
            <a:r>
              <a:rPr lang="ko-KR" altLang="en-US" dirty="0" err="1"/>
              <a:t>Cross-Site</a:t>
            </a:r>
            <a:r>
              <a:rPr lang="ko-KR" altLang="en-US" dirty="0"/>
              <a:t> </a:t>
            </a:r>
            <a:r>
              <a:rPr lang="ko-KR" altLang="en-US" dirty="0" err="1"/>
              <a:t>Request</a:t>
            </a:r>
            <a:r>
              <a:rPr lang="ko-KR" altLang="en-US" dirty="0"/>
              <a:t> </a:t>
            </a:r>
            <a:r>
              <a:rPr lang="ko-KR" altLang="en-US" dirty="0" err="1"/>
              <a:t>Forgery</a:t>
            </a:r>
            <a:r>
              <a:rPr lang="ko-KR" altLang="en-US" dirty="0"/>
              <a:t>) </a:t>
            </a:r>
            <a:r>
              <a:rPr lang="ko-KR" altLang="en-US" dirty="0" err="1"/>
              <a:t>를</a:t>
            </a:r>
            <a:r>
              <a:rPr lang="ko-KR" altLang="en-US" dirty="0"/>
              <a:t> 기본적으로 활성화합니다.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즉, AJAX 요청에 CSRF 토큰이 없으면 </a:t>
            </a:r>
            <a:r>
              <a:rPr lang="ko-KR" altLang="en-US" b="1" dirty="0">
                <a:solidFill>
                  <a:srgbClr val="FF0000"/>
                </a:solidFill>
              </a:rPr>
              <a:t>403 에러를 발생</a:t>
            </a:r>
            <a:r>
              <a:rPr lang="ko-KR" altLang="en-US" dirty="0"/>
              <a:t>시킵니다.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22813"/>
          <a:stretch/>
        </p:blipFill>
        <p:spPr>
          <a:xfrm>
            <a:off x="992560" y="2805810"/>
            <a:ext cx="8430686" cy="360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/>
          <p:cNvSpPr/>
          <p:nvPr/>
        </p:nvSpPr>
        <p:spPr>
          <a:xfrm>
            <a:off x="848544" y="3645024"/>
            <a:ext cx="7200800" cy="57606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6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</a:t>
            </a:r>
            <a:r>
              <a:rPr lang="en-US" altLang="ko-KR" sz="2000" b="1" dirty="0" smtClean="0"/>
              <a:t>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811299" cy="4896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9548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</a:t>
            </a:r>
            <a:r>
              <a:rPr lang="en-US" altLang="ko-KR" sz="2000" b="1" dirty="0" smtClean="0"/>
              <a:t>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7538088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553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</a:t>
            </a:r>
            <a:r>
              <a:rPr lang="en-US" altLang="ko-KR" sz="2000" b="1" dirty="0" smtClean="0"/>
              <a:t>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556792"/>
            <a:ext cx="8481121" cy="43330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970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</a:t>
            </a:r>
            <a:r>
              <a:rPr lang="en-US" altLang="ko-KR" sz="2000" b="1" dirty="0" smtClean="0"/>
              <a:t>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192688" cy="48470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395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댓글 구현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</a:t>
            </a:r>
            <a:r>
              <a:rPr lang="en-US" altLang="ko-KR" sz="2000" b="1" dirty="0" smtClean="0"/>
              <a:t>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556792"/>
            <a:ext cx="8493931" cy="47247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991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15031</TotalTime>
  <Words>349</Words>
  <Application>Microsoft Office PowerPoint</Application>
  <PresentationFormat>A4 용지(210x297mm)</PresentationFormat>
  <Paragraphs>90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8장. Ajax, 게시판 댓글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939</cp:revision>
  <dcterms:created xsi:type="dcterms:W3CDTF">2019-03-04T02:36:55Z</dcterms:created>
  <dcterms:modified xsi:type="dcterms:W3CDTF">2025-11-06T06:49:33Z</dcterms:modified>
</cp:coreProperties>
</file>