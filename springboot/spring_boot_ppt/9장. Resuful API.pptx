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413" r:id="rId3"/>
    <p:sldId id="428" r:id="rId4"/>
    <p:sldId id="415" r:id="rId5"/>
    <p:sldId id="438" r:id="rId6"/>
    <p:sldId id="439" r:id="rId7"/>
    <p:sldId id="431" r:id="rId8"/>
    <p:sldId id="437" r:id="rId9"/>
    <p:sldId id="442" r:id="rId10"/>
    <p:sldId id="440" r:id="rId11"/>
    <p:sldId id="443" r:id="rId12"/>
    <p:sldId id="429" r:id="rId13"/>
    <p:sldId id="422" r:id="rId14"/>
    <p:sldId id="423" r:id="rId15"/>
    <p:sldId id="424" r:id="rId16"/>
    <p:sldId id="425" r:id="rId17"/>
    <p:sldId id="426" r:id="rId18"/>
    <p:sldId id="418" r:id="rId19"/>
    <p:sldId id="434" r:id="rId20"/>
    <p:sldId id="435" r:id="rId21"/>
    <p:sldId id="436" r:id="rId22"/>
    <p:sldId id="441" r:id="rId23"/>
    <p:sldId id="433" r:id="rId24"/>
    <p:sldId id="416" r:id="rId25"/>
    <p:sldId id="417" r:id="rId26"/>
    <p:sldId id="419" r:id="rId27"/>
    <p:sldId id="420" r:id="rId28"/>
    <p:sldId id="421" r:id="rId29"/>
    <p:sldId id="427" r:id="rId3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94660"/>
  </p:normalViewPr>
  <p:slideViewPr>
    <p:cSldViewPr>
      <p:cViewPr varScale="1">
        <p:scale>
          <a:sx n="88" d="100"/>
          <a:sy n="88" d="100"/>
        </p:scale>
        <p:origin x="778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RESTful API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800" i="1" dirty="0" err="1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Resstful</a:t>
            </a:r>
            <a:r>
              <a:rPr lang="en-US" altLang="ko-KR" sz="18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API</a:t>
            </a:r>
            <a:endParaRPr lang="ko-KR" altLang="en-US" sz="18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RESTful API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RESTful API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2" name="직사각형 1"/>
          <p:cNvSpPr/>
          <p:nvPr/>
        </p:nvSpPr>
        <p:spPr>
          <a:xfrm>
            <a:off x="1208584" y="1556792"/>
            <a:ext cx="79928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RESTful</a:t>
            </a:r>
            <a:r>
              <a:rPr lang="ko-KR" altLang="en-US" dirty="0"/>
              <a:t> </a:t>
            </a:r>
            <a:r>
              <a:rPr lang="ko-KR" altLang="en-US" dirty="0" err="1"/>
              <a:t>API는</a:t>
            </a:r>
            <a:r>
              <a:rPr lang="ko-KR" altLang="en-US" dirty="0"/>
              <a:t> 웹에서 서버와 클라이언트가 데이터를 주고받는 방식을 설계하는 아키텍처 </a:t>
            </a:r>
            <a:r>
              <a:rPr lang="ko-KR" altLang="en-US" dirty="0" smtClean="0"/>
              <a:t>스타일이다</a:t>
            </a:r>
            <a:r>
              <a:rPr lang="en-US" altLang="ko-KR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REST (Representational State Transfer) 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2000</a:t>
            </a:r>
            <a:r>
              <a:rPr lang="ko-KR" altLang="en-US" dirty="0"/>
              <a:t>년 로이 </a:t>
            </a:r>
            <a:r>
              <a:rPr lang="ko-KR" altLang="en-US" dirty="0" err="1"/>
              <a:t>필딩</a:t>
            </a:r>
            <a:r>
              <a:rPr lang="en-US" altLang="ko-KR" dirty="0"/>
              <a:t>(Roy Fielding)</a:t>
            </a:r>
            <a:r>
              <a:rPr lang="ko-KR" altLang="en-US" dirty="0"/>
              <a:t>이 논문에서 제안한 웹 기반의 설계 </a:t>
            </a:r>
            <a:r>
              <a:rPr lang="ko-KR" altLang="en-US" dirty="0" smtClean="0"/>
              <a:t>원칙으로 </a:t>
            </a:r>
            <a:r>
              <a:rPr lang="en-US" altLang="ko-KR" dirty="0" smtClean="0"/>
              <a:t>REST</a:t>
            </a:r>
            <a:r>
              <a:rPr lang="ko-KR" altLang="en-US" dirty="0"/>
              <a:t> </a:t>
            </a:r>
            <a:r>
              <a:rPr lang="ko-KR" altLang="en-US" dirty="0" smtClean="0"/>
              <a:t>원칙을 잘 지킨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RESTful API</a:t>
            </a:r>
            <a:r>
              <a:rPr lang="ko-KR" altLang="en-US" dirty="0" smtClean="0"/>
              <a:t>라 함</a:t>
            </a:r>
            <a:r>
              <a:rPr lang="en-US" altLang="ko-KR" dirty="0" smtClean="0"/>
              <a:t>.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REST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"</a:t>
            </a:r>
            <a:r>
              <a:rPr lang="ko-KR" altLang="en-US" b="1" dirty="0"/>
              <a:t>리소스</a:t>
            </a:r>
            <a:r>
              <a:rPr lang="en-US" altLang="ko-KR" b="1" dirty="0"/>
              <a:t>(Resource)</a:t>
            </a:r>
            <a:r>
              <a:rPr lang="ko-KR" altLang="en-US" b="1" dirty="0"/>
              <a:t>를 </a:t>
            </a:r>
            <a:r>
              <a:rPr lang="en-US" altLang="ko-KR" b="1" dirty="0"/>
              <a:t>URL</a:t>
            </a:r>
            <a:r>
              <a:rPr lang="ko-KR" altLang="en-US" b="1" dirty="0"/>
              <a:t>로 표현하고</a:t>
            </a:r>
            <a:r>
              <a:rPr lang="en-US" altLang="ko-KR" b="1" dirty="0"/>
              <a:t>, </a:t>
            </a:r>
            <a:r>
              <a:rPr lang="ko-KR" altLang="en-US" b="1" dirty="0"/>
              <a:t>그 리소스에 대한 행위는 </a:t>
            </a:r>
            <a:r>
              <a:rPr lang="en-US" altLang="ko-KR" b="1" dirty="0"/>
              <a:t>HTTP </a:t>
            </a:r>
            <a:r>
              <a:rPr lang="ko-KR" altLang="en-US" b="1" dirty="0"/>
              <a:t>메서드로 </a:t>
            </a:r>
            <a:r>
              <a:rPr lang="ko-KR" altLang="en-US" b="1" dirty="0" smtClean="0"/>
              <a:t>구분한다</a:t>
            </a:r>
            <a:r>
              <a:rPr lang="en-US" altLang="ko-KR" dirty="0" smtClean="0"/>
              <a:t>“ </a:t>
            </a:r>
            <a:r>
              <a:rPr lang="ko-KR" altLang="en-US" dirty="0" smtClean="0"/>
              <a:t>개념이다</a:t>
            </a:r>
            <a:r>
              <a:rPr lang="en-US" altLang="ko-KR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행위는 </a:t>
            </a:r>
            <a:r>
              <a:rPr lang="en-US" altLang="ko-KR" b="1" dirty="0" smtClean="0"/>
              <a:t>HTTP </a:t>
            </a:r>
            <a:r>
              <a:rPr lang="ko-KR" altLang="en-US" b="1" dirty="0"/>
              <a:t>메서드</a:t>
            </a:r>
            <a:r>
              <a:rPr lang="en-US" altLang="ko-KR" b="1" dirty="0"/>
              <a:t>(GET, POST, PUT, DELETE </a:t>
            </a:r>
            <a:r>
              <a:rPr lang="ko-KR" altLang="en-US" b="1" dirty="0"/>
              <a:t>등</a:t>
            </a:r>
            <a:r>
              <a:rPr lang="en-US" altLang="ko-KR" b="1" dirty="0"/>
              <a:t>)</a:t>
            </a:r>
            <a:r>
              <a:rPr lang="ko-KR" altLang="en-US" dirty="0"/>
              <a:t> 로 </a:t>
            </a:r>
            <a:r>
              <a:rPr lang="ko-KR" altLang="en-US" dirty="0" smtClean="0"/>
              <a:t>구분한다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03171" y="4998884"/>
            <a:ext cx="36231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/>
              <a:t>예</a:t>
            </a:r>
            <a:r>
              <a:rPr lang="en-US" altLang="ko-KR" sz="20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C00000"/>
                </a:solidFill>
              </a:rPr>
              <a:t>http://api.oursite.com/users/2</a:t>
            </a:r>
            <a:endParaRPr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4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RESTful API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주요 </a:t>
            </a:r>
            <a:r>
              <a:rPr lang="en-US" altLang="ko-KR" sz="2000" b="1" dirty="0"/>
              <a:t>HTTP </a:t>
            </a:r>
            <a:r>
              <a:rPr lang="ko-KR" altLang="en-US" sz="2000" b="1" dirty="0"/>
              <a:t>메서드와 의미 </a:t>
            </a:r>
            <a:endParaRPr lang="ko-KR" altLang="en-US" sz="20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010415"/>
              </p:ext>
            </p:extLst>
          </p:nvPr>
        </p:nvGraphicFramePr>
        <p:xfrm>
          <a:off x="1208584" y="1744269"/>
          <a:ext cx="7560840" cy="3065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4440">
                  <a:extLst>
                    <a:ext uri="{9D8B030D-6E8A-4147-A177-3AD203B41FA5}">
                      <a16:colId xmlns:a16="http://schemas.microsoft.com/office/drawing/2014/main" val="2112952812"/>
                    </a:ext>
                  </a:extLst>
                </a:gridCol>
                <a:gridCol w="3491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096">
                  <a:extLst>
                    <a:ext uri="{9D8B030D-6E8A-4147-A177-3AD203B41FA5}">
                      <a16:colId xmlns:a16="http://schemas.microsoft.com/office/drawing/2014/main" val="2939577447"/>
                    </a:ext>
                  </a:extLst>
                </a:gridCol>
              </a:tblGrid>
              <a:tr h="5378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작업</a:t>
                      </a:r>
                      <a:endParaRPr lang="ko-KR" altLang="en-US" sz="1800" b="1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smtClean="0"/>
                        <a:t>URL</a:t>
                      </a:r>
                      <a:endParaRPr lang="ko-KR" altLang="en-US" sz="18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메서드</a:t>
                      </a:r>
                      <a:endParaRPr lang="ko-KR" altLang="en-US" sz="1800" b="1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61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데이터 조회</a:t>
                      </a:r>
                      <a:r>
                        <a:rPr lang="en-US" altLang="ko-KR" sz="1800" b="0" dirty="0" smtClean="0"/>
                        <a:t>(Read)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/users – </a:t>
                      </a:r>
                      <a:r>
                        <a:rPr lang="ko-KR" altLang="en-US" sz="1800" b="0" dirty="0" smtClean="0"/>
                        <a:t>모든 정보 조회</a:t>
                      </a:r>
                      <a:endParaRPr lang="en-US" altLang="ko-KR" sz="1800" b="0" dirty="0" smtClean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baseline="0" dirty="0" smtClean="0"/>
                        <a:t> /users/{id} – </a:t>
                      </a:r>
                      <a:r>
                        <a:rPr lang="ko-KR" altLang="en-US" sz="1800" b="0" baseline="0" dirty="0" smtClean="0"/>
                        <a:t>특정 </a:t>
                      </a:r>
                      <a:r>
                        <a:rPr lang="en-US" altLang="ko-KR" sz="1800" b="0" baseline="0" dirty="0" smtClean="0"/>
                        <a:t>id </a:t>
                      </a:r>
                      <a:r>
                        <a:rPr lang="ko-KR" altLang="en-US" sz="1800" b="0" baseline="0" dirty="0" smtClean="0"/>
                        <a:t>조회</a:t>
                      </a:r>
                      <a:endParaRPr lang="en-US" altLang="ko-KR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 GET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데이터 생성</a:t>
                      </a:r>
                      <a:r>
                        <a:rPr lang="en-US" altLang="ko-KR" sz="1800" b="0" dirty="0" smtClean="0"/>
                        <a:t>(Create)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/users</a:t>
                      </a:r>
                      <a:endParaRPr lang="ko-KR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 POST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데이터 수정</a:t>
                      </a:r>
                      <a:r>
                        <a:rPr lang="en-US" altLang="ko-KR" sz="1800" b="0" dirty="0" smtClean="0"/>
                        <a:t>(Update)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/users/{id}</a:t>
                      </a:r>
                      <a:endParaRPr lang="ko-KR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 PUT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73343395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ko-KR" altLang="en-US" sz="1800" b="0" dirty="0" smtClean="0"/>
                        <a:t>데이터 삭제</a:t>
                      </a:r>
                      <a:r>
                        <a:rPr lang="en-US" altLang="ko-KR" sz="1800" b="0" dirty="0" smtClean="0"/>
                        <a:t>(Delete)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/users/{id}</a:t>
                      </a:r>
                      <a:endParaRPr lang="ko-KR" altLang="en-US" sz="18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</a:rPr>
                        <a:t> DELETE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247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74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</a:t>
            </a:r>
            <a:r>
              <a:rPr lang="en-US" altLang="ko-KR" sz="2000" b="1" dirty="0" smtClean="0"/>
              <a:t>(Users)</a:t>
            </a:r>
            <a:r>
              <a:rPr lang="ko-KR" altLang="en-US" sz="2000" b="1" dirty="0" smtClean="0"/>
              <a:t> 관리</a:t>
            </a:r>
            <a:r>
              <a:rPr lang="en-US" altLang="ko-KR" sz="2000" b="1" dirty="0"/>
              <a:t> </a:t>
            </a:r>
            <a:r>
              <a:rPr lang="en-US" altLang="ko-KR" sz="2000" b="1" dirty="0" smtClean="0"/>
              <a:t>API </a:t>
            </a:r>
            <a:r>
              <a:rPr lang="ko-KR" altLang="en-US" sz="2000" b="1" dirty="0" smtClean="0"/>
              <a:t>만들기 </a:t>
            </a:r>
            <a:endParaRPr lang="ko-KR" alt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208584" y="1628800"/>
            <a:ext cx="604867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프레임워크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스프링부트</a:t>
            </a:r>
            <a:r>
              <a:rPr lang="en-US" altLang="ko-KR" dirty="0" smtClean="0"/>
              <a:t>(Spring Boot</a:t>
            </a:r>
            <a:r>
              <a:rPr lang="en-US" altLang="ko-KR" dirty="0" smtClean="0"/>
              <a:t>) 4.0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테스트 도구 </a:t>
            </a:r>
            <a:r>
              <a:rPr lang="en-US" altLang="ko-KR" dirty="0" smtClean="0"/>
              <a:t>– postman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프로젝트 템플릿 </a:t>
            </a:r>
            <a:r>
              <a:rPr lang="en-US" altLang="ko-KR" dirty="0" smtClean="0"/>
              <a:t>– Spring </a:t>
            </a:r>
            <a:r>
              <a:rPr lang="en-US" altLang="ko-KR" dirty="0" smtClean="0"/>
              <a:t>Initializer(Spring.io)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DB </a:t>
            </a:r>
            <a:r>
              <a:rPr lang="ko-KR" altLang="en-US" dirty="0" smtClean="0"/>
              <a:t>언어 </a:t>
            </a:r>
            <a:r>
              <a:rPr lang="en-US" altLang="ko-KR" dirty="0" smtClean="0"/>
              <a:t>– JPA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DBMS - MySQL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08584" y="4077072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* </a:t>
            </a:r>
            <a:r>
              <a:rPr lang="ko-KR" altLang="en-US" dirty="0" err="1" smtClean="0"/>
              <a:t>깃허브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(README.md)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   https</a:t>
            </a:r>
            <a:r>
              <a:rPr lang="en-US" altLang="ko-KR" dirty="0"/>
              <a:t>://github.com/kiyongee2/fullstack-web.git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407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4784272" cy="4674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Spring.io &gt; projects &gt; Spring Initializer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6891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의존성</a:t>
            </a:r>
            <a:r>
              <a:rPr lang="en-US" altLang="ko-KR" sz="2000" b="1" dirty="0" smtClean="0"/>
              <a:t>(Dependency)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5343100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563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a</a:t>
            </a:r>
            <a:r>
              <a:rPr lang="en-US" altLang="ko-KR" sz="2000" b="1" dirty="0" err="1" smtClean="0"/>
              <a:t>pplication.property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700808"/>
            <a:ext cx="9393900" cy="30246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468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HomeController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7669542" cy="32139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492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http://localhost:8080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822014"/>
            <a:ext cx="4320480" cy="19630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142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MySQL </a:t>
            </a:r>
            <a:r>
              <a:rPr lang="ko-KR" altLang="en-US" sz="2000" b="1" dirty="0" smtClean="0"/>
              <a:t>워크 벤치 </a:t>
            </a:r>
            <a:r>
              <a:rPr lang="en-US" altLang="ko-KR" sz="2000" b="1" dirty="0" smtClean="0"/>
              <a:t>– root</a:t>
            </a:r>
            <a:r>
              <a:rPr lang="ko-KR" altLang="en-US" sz="2000" b="1" dirty="0" smtClean="0"/>
              <a:t>에서 새 계정 만들기  </a:t>
            </a:r>
            <a:endParaRPr lang="ko-KR" altLang="en-US" sz="20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14" y="3920690"/>
            <a:ext cx="7128792" cy="20243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92" y="1700808"/>
            <a:ext cx="5688632" cy="20439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8850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관리</a:t>
            </a:r>
            <a:r>
              <a:rPr lang="en-US" altLang="ko-KR" dirty="0" smtClean="0"/>
              <a:t> API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bootuser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접속 인터페이스 만들기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7457966" cy="347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1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 </a:t>
            </a: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5832648" cy="47177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421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 </a:t>
            </a:r>
            <a:r>
              <a:rPr lang="en-US" altLang="ko-KR" sz="2000" b="1" dirty="0" smtClean="0"/>
              <a:t>Repository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8166033" cy="19713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682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 </a:t>
            </a:r>
            <a:r>
              <a:rPr lang="ko-KR" altLang="en-US" sz="2000" b="1" dirty="0" smtClean="0"/>
              <a:t>컨트롤러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6425514" cy="47941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963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 </a:t>
            </a:r>
            <a:r>
              <a:rPr lang="ko-KR" altLang="en-US" sz="2000" b="1" dirty="0" smtClean="0"/>
              <a:t>컨트롤러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295227" cy="48487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842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 </a:t>
            </a:r>
            <a:r>
              <a:rPr lang="ko-KR" altLang="en-US" sz="2000" b="1" dirty="0" smtClean="0"/>
              <a:t>서비스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800"/>
            <a:ext cx="8211654" cy="4608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032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User </a:t>
            </a:r>
            <a:r>
              <a:rPr lang="ko-KR" altLang="en-US" sz="2000" b="1" dirty="0" smtClean="0"/>
              <a:t>서비스 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700808"/>
            <a:ext cx="8581267" cy="39295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591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포스트 맨</a:t>
            </a:r>
            <a:r>
              <a:rPr lang="en-US" altLang="ko-KR" sz="2000" b="1" dirty="0" smtClean="0"/>
              <a:t>(Postman) </a:t>
            </a:r>
            <a:r>
              <a:rPr lang="ko-KR" altLang="en-US" sz="2000" b="1" dirty="0" smtClean="0"/>
              <a:t>툴 사용  </a:t>
            </a:r>
            <a:endParaRPr lang="ko-KR" altLang="en-US" sz="2000" dirty="0"/>
          </a:p>
        </p:txBody>
      </p:sp>
      <p:sp>
        <p:nvSpPr>
          <p:cNvPr id="2" name="직사각형 1"/>
          <p:cNvSpPr/>
          <p:nvPr/>
        </p:nvSpPr>
        <p:spPr>
          <a:xfrm>
            <a:off x="1208584" y="1628800"/>
            <a:ext cx="806489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Postman</a:t>
            </a:r>
            <a:r>
              <a:rPr lang="ko-KR" altLang="en-US" dirty="0" err="1" smtClean="0"/>
              <a:t>은</a:t>
            </a:r>
            <a:r>
              <a:rPr lang="ko-KR" altLang="en-US" dirty="0" smtClean="0"/>
              <a:t> API</a:t>
            </a:r>
            <a:r>
              <a:rPr lang="ko-KR" altLang="en-US" dirty="0"/>
              <a:t>(특히 </a:t>
            </a:r>
            <a:r>
              <a:rPr lang="ko-KR" altLang="en-US" dirty="0" err="1"/>
              <a:t>RESTful</a:t>
            </a:r>
            <a:r>
              <a:rPr lang="ko-KR" altLang="en-US" dirty="0"/>
              <a:t> API)</a:t>
            </a:r>
            <a:r>
              <a:rPr lang="ko-KR" altLang="en-US" dirty="0" err="1"/>
              <a:t>를</a:t>
            </a:r>
            <a:r>
              <a:rPr lang="ko-KR" altLang="en-US" dirty="0"/>
              <a:t> 테스트하고 디버깅하기 위한 강력한 </a:t>
            </a:r>
            <a:r>
              <a:rPr lang="ko-KR" altLang="en-US" dirty="0" smtClean="0"/>
              <a:t>도구이다</a:t>
            </a:r>
            <a:r>
              <a:rPr lang="en-US" altLang="ko-KR" dirty="0" smtClean="0"/>
              <a:t>.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서버에 HTTP 요청을 </a:t>
            </a:r>
            <a:r>
              <a:rPr lang="ko-KR" altLang="en-US" dirty="0" smtClean="0"/>
              <a:t>보내고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응답</a:t>
            </a:r>
            <a:r>
              <a:rPr lang="ko-KR" altLang="en-US" dirty="0"/>
              <a:t>(결과)을 바로 확인할 수 있는 API 클라이언트 </a:t>
            </a:r>
            <a:r>
              <a:rPr lang="ko-KR" altLang="en-US" dirty="0" smtClean="0"/>
              <a:t>프로그램이다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보통 웹 브라우저는 </a:t>
            </a:r>
            <a:r>
              <a:rPr lang="en-US" altLang="ko-KR" b="1" dirty="0"/>
              <a:t>GET </a:t>
            </a:r>
            <a:r>
              <a:rPr lang="ko-KR" altLang="en-US" b="1" dirty="0" err="1"/>
              <a:t>요청</a:t>
            </a:r>
            <a:r>
              <a:rPr lang="ko-KR" altLang="en-US" dirty="0" err="1"/>
              <a:t>밖에</a:t>
            </a:r>
            <a:r>
              <a:rPr lang="ko-KR" altLang="en-US" dirty="0"/>
              <a:t> 직접 보낼 수 </a:t>
            </a:r>
            <a:r>
              <a:rPr lang="ko-KR" altLang="en-US" dirty="0" smtClean="0"/>
              <a:t>없지만</a:t>
            </a:r>
            <a:r>
              <a:rPr lang="en-US" altLang="ko-KR" dirty="0" smtClean="0"/>
              <a:t>, API </a:t>
            </a:r>
            <a:r>
              <a:rPr lang="ko-KR" altLang="en-US" dirty="0"/>
              <a:t>테스트에서는 </a:t>
            </a:r>
            <a:r>
              <a:rPr lang="en-US" altLang="ko-KR" b="1" dirty="0"/>
              <a:t>POST, PUT, DELETE</a:t>
            </a:r>
            <a:r>
              <a:rPr lang="ko-KR" altLang="en-US" dirty="0"/>
              <a:t> 등 다양한 </a:t>
            </a:r>
            <a:r>
              <a:rPr lang="en-US" altLang="ko-KR" dirty="0"/>
              <a:t>HTTP </a:t>
            </a:r>
            <a:r>
              <a:rPr lang="ko-KR" altLang="en-US" dirty="0"/>
              <a:t>메서드가 </a:t>
            </a:r>
            <a:r>
              <a:rPr lang="ko-KR" altLang="en-US" dirty="0" smtClean="0"/>
              <a:t>필요하다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42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포스트 맨</a:t>
            </a:r>
            <a:r>
              <a:rPr lang="en-US" altLang="ko-KR" sz="2000" b="1" dirty="0" smtClean="0"/>
              <a:t>(Postman) </a:t>
            </a:r>
            <a:r>
              <a:rPr lang="ko-KR" altLang="en-US" sz="2000" b="1" dirty="0" smtClean="0"/>
              <a:t>기능  </a:t>
            </a:r>
            <a:endParaRPr lang="ko-KR" altLang="en-US" sz="2000" dirty="0"/>
          </a:p>
        </p:txBody>
      </p:sp>
      <p:sp>
        <p:nvSpPr>
          <p:cNvPr id="3" name="직사각형 2"/>
          <p:cNvSpPr/>
          <p:nvPr/>
        </p:nvSpPr>
        <p:spPr>
          <a:xfrm>
            <a:off x="1280592" y="1628800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✅ 모든 HTTP 메서드 테스트 가능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✅ 요청 헤더, </a:t>
            </a:r>
            <a:r>
              <a:rPr lang="ko-KR" altLang="en-US" dirty="0" err="1"/>
              <a:t>파라미터</a:t>
            </a:r>
            <a:r>
              <a:rPr lang="ko-KR" altLang="en-US" dirty="0"/>
              <a:t>, 바디를 자유롭게 설정 가능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✅ 서버의 응답(JSON, XML 등)을 보기 쉽게 출력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✅ API 테스트 자동화도 가능</a:t>
            </a:r>
          </a:p>
        </p:txBody>
      </p:sp>
    </p:spTree>
    <p:extLst>
      <p:ext uri="{BB962C8B-B14F-4D97-AF65-F5344CB8AC3E}">
        <p14:creationId xmlns:p14="http://schemas.microsoft.com/office/powerpoint/2010/main" val="272001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Postman </a:t>
            </a:r>
            <a:r>
              <a:rPr lang="en-US" altLang="ko-KR" sz="2000" b="1" dirty="0" err="1" smtClean="0"/>
              <a:t>DeskTop</a:t>
            </a:r>
            <a:r>
              <a:rPr lang="en-US" altLang="ko-KR" sz="2000" b="1" dirty="0" smtClean="0"/>
              <a:t> Tool </a:t>
            </a:r>
            <a:r>
              <a:rPr lang="ko-KR" altLang="en-US" sz="2000" b="1" dirty="0" smtClean="0"/>
              <a:t>다운로드 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6048672" cy="38422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831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Workspaces </a:t>
            </a:r>
            <a:r>
              <a:rPr lang="ko-KR" altLang="en-US" sz="2000" b="1" dirty="0" smtClean="0"/>
              <a:t>생성 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822014"/>
            <a:ext cx="6544588" cy="33627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239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콜렉션</a:t>
            </a:r>
            <a:r>
              <a:rPr lang="en-US" altLang="ko-KR" sz="2000" b="1" dirty="0" smtClean="0"/>
              <a:t>(Collections)</a:t>
            </a:r>
            <a:r>
              <a:rPr lang="ko-KR" altLang="en-US" sz="2000" b="1" dirty="0" smtClean="0"/>
              <a:t> 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47" y="1822014"/>
            <a:ext cx="5058481" cy="3620005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5232071" y="3190166"/>
            <a:ext cx="1368152" cy="72008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3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</a:t>
            </a:r>
            <a:r>
              <a:rPr lang="ko-KR" altLang="en-US" sz="2000" b="1" dirty="0" smtClean="0"/>
              <a:t>가입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934" y="2132856"/>
            <a:ext cx="8433586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타원 6"/>
          <p:cNvSpPr/>
          <p:nvPr/>
        </p:nvSpPr>
        <p:spPr>
          <a:xfrm>
            <a:off x="7752662" y="1908192"/>
            <a:ext cx="1080120" cy="64807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75120" y="159751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Save &gt; POST </a:t>
            </a:r>
            <a:r>
              <a:rPr lang="ko-KR" altLang="en-US" dirty="0" smtClean="0"/>
              <a:t>저장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13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MySQL </a:t>
            </a:r>
            <a:r>
              <a:rPr lang="en-US" altLang="ko-KR" sz="2000" b="1" dirty="0" err="1" smtClean="0"/>
              <a:t>WorkBench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72816"/>
            <a:ext cx="6241671" cy="31341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4967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목록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28" y="1700808"/>
            <a:ext cx="5372281" cy="4799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9968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정보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상세 보기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6421030" cy="45787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420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삭제</a:t>
            </a:r>
            <a:r>
              <a:rPr lang="en-US" altLang="ko-KR" sz="2000" b="1" dirty="0" smtClean="0"/>
              <a:t>(id - </a:t>
            </a:r>
            <a:r>
              <a:rPr lang="en-US" altLang="ko-KR" sz="2000" b="1" dirty="0" smtClean="0"/>
              <a:t>3)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6853078" cy="3774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918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수정</a:t>
            </a:r>
            <a:r>
              <a:rPr lang="en-US" altLang="ko-KR" sz="2000" b="1" dirty="0" smtClean="0"/>
              <a:t>(id - 1)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1" y="1700808"/>
            <a:ext cx="6352437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880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 </a:t>
            </a:r>
            <a:r>
              <a:rPr lang="ko-KR" altLang="en-US" dirty="0"/>
              <a:t>관리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124744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목록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웹 브라우저로 보기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4152623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217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15999</TotalTime>
  <Words>510</Words>
  <Application>Microsoft Office PowerPoint</Application>
  <PresentationFormat>A4 용지(210x297mm)</PresentationFormat>
  <Paragraphs>96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RESTful API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963</cp:revision>
  <dcterms:created xsi:type="dcterms:W3CDTF">2019-03-04T02:36:55Z</dcterms:created>
  <dcterms:modified xsi:type="dcterms:W3CDTF">2025-12-12T05:02:48Z</dcterms:modified>
</cp:coreProperties>
</file>