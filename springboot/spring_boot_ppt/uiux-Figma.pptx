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303" r:id="rId13"/>
    <p:sldId id="299" r:id="rId14"/>
    <p:sldId id="304" r:id="rId15"/>
    <p:sldId id="302" r:id="rId16"/>
    <p:sldId id="305" r:id="rId17"/>
    <p:sldId id="300" r:id="rId18"/>
    <p:sldId id="308" r:id="rId19"/>
    <p:sldId id="307" r:id="rId20"/>
    <p:sldId id="316" r:id="rId21"/>
    <p:sldId id="301" r:id="rId22"/>
    <p:sldId id="306" r:id="rId23"/>
    <p:sldId id="317" r:id="rId24"/>
    <p:sldId id="313" r:id="rId25"/>
    <p:sldId id="315" r:id="rId26"/>
    <p:sldId id="314" r:id="rId27"/>
    <p:sldId id="310" r:id="rId28"/>
    <p:sldId id="311" r:id="rId29"/>
    <p:sldId id="312" r:id="rId30"/>
    <p:sldId id="318" r:id="rId3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86" d="100"/>
          <a:sy n="86" d="100"/>
        </p:scale>
        <p:origin x="1176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CFD5-C4DF-4EBC-B718-C69ED2FBDE6F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직사각형 6"/>
          <p:cNvSpPr/>
          <p:nvPr userDrawn="1"/>
        </p:nvSpPr>
        <p:spPr>
          <a:xfrm>
            <a:off x="331006" y="0"/>
            <a:ext cx="2144688" cy="6858000"/>
          </a:xfrm>
          <a:custGeom>
            <a:avLst/>
            <a:gdLst>
              <a:gd name="connsiteX0" fmla="*/ 0 w 2144688"/>
              <a:gd name="connsiteY0" fmla="*/ 0 h 6858000"/>
              <a:gd name="connsiteX1" fmla="*/ 2144688 w 2144688"/>
              <a:gd name="connsiteY1" fmla="*/ 0 h 6858000"/>
              <a:gd name="connsiteX2" fmla="*/ 2144688 w 2144688"/>
              <a:gd name="connsiteY2" fmla="*/ 6858000 h 6858000"/>
              <a:gd name="connsiteX3" fmla="*/ 0 w 2144688"/>
              <a:gd name="connsiteY3" fmla="*/ 6858000 h 6858000"/>
              <a:gd name="connsiteX4" fmla="*/ 0 w 2144688"/>
              <a:gd name="connsiteY4" fmla="*/ 0 h 6858000"/>
              <a:gd name="connsiteX0" fmla="*/ 0 w 2144688"/>
              <a:gd name="connsiteY0" fmla="*/ 0 h 6858000"/>
              <a:gd name="connsiteX1" fmla="*/ 2144688 w 2144688"/>
              <a:gd name="connsiteY1" fmla="*/ 0 h 6858000"/>
              <a:gd name="connsiteX2" fmla="*/ 2144688 w 2144688"/>
              <a:gd name="connsiteY2" fmla="*/ 6858000 h 6858000"/>
              <a:gd name="connsiteX3" fmla="*/ 0 w 2144688"/>
              <a:gd name="connsiteY3" fmla="*/ 6858000 h 6858000"/>
              <a:gd name="connsiteX4" fmla="*/ 0 w 2144688"/>
              <a:gd name="connsiteY4" fmla="*/ 0 h 6858000"/>
              <a:gd name="connsiteX0" fmla="*/ 0 w 2144688"/>
              <a:gd name="connsiteY0" fmla="*/ 0 h 6858000"/>
              <a:gd name="connsiteX1" fmla="*/ 2144688 w 2144688"/>
              <a:gd name="connsiteY1" fmla="*/ 0 h 6858000"/>
              <a:gd name="connsiteX2" fmla="*/ 2144688 w 2144688"/>
              <a:gd name="connsiteY2" fmla="*/ 6858000 h 6858000"/>
              <a:gd name="connsiteX3" fmla="*/ 0 w 2144688"/>
              <a:gd name="connsiteY3" fmla="*/ 6858000 h 6858000"/>
              <a:gd name="connsiteX4" fmla="*/ 0 w 2144688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4688" h="6858000">
                <a:moveTo>
                  <a:pt x="0" y="0"/>
                </a:moveTo>
                <a:lnTo>
                  <a:pt x="2144688" y="0"/>
                </a:lnTo>
                <a:cubicBezTo>
                  <a:pt x="1083331" y="2392136"/>
                  <a:pt x="1320095" y="4678136"/>
                  <a:pt x="2144688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-1" y="0"/>
            <a:ext cx="2222697" cy="6858000"/>
          </a:xfrm>
          <a:custGeom>
            <a:avLst/>
            <a:gdLst>
              <a:gd name="connsiteX0" fmla="*/ 0 w 2144688"/>
              <a:gd name="connsiteY0" fmla="*/ 0 h 6858000"/>
              <a:gd name="connsiteX1" fmla="*/ 2144688 w 2144688"/>
              <a:gd name="connsiteY1" fmla="*/ 0 h 6858000"/>
              <a:gd name="connsiteX2" fmla="*/ 2144688 w 2144688"/>
              <a:gd name="connsiteY2" fmla="*/ 6858000 h 6858000"/>
              <a:gd name="connsiteX3" fmla="*/ 0 w 2144688"/>
              <a:gd name="connsiteY3" fmla="*/ 6858000 h 6858000"/>
              <a:gd name="connsiteX4" fmla="*/ 0 w 2144688"/>
              <a:gd name="connsiteY4" fmla="*/ 0 h 6858000"/>
              <a:gd name="connsiteX0" fmla="*/ 0 w 2144688"/>
              <a:gd name="connsiteY0" fmla="*/ 0 h 6858000"/>
              <a:gd name="connsiteX1" fmla="*/ 2144688 w 2144688"/>
              <a:gd name="connsiteY1" fmla="*/ 0 h 6858000"/>
              <a:gd name="connsiteX2" fmla="*/ 2144688 w 2144688"/>
              <a:gd name="connsiteY2" fmla="*/ 6858000 h 6858000"/>
              <a:gd name="connsiteX3" fmla="*/ 0 w 2144688"/>
              <a:gd name="connsiteY3" fmla="*/ 6858000 h 6858000"/>
              <a:gd name="connsiteX4" fmla="*/ 0 w 2144688"/>
              <a:gd name="connsiteY4" fmla="*/ 0 h 6858000"/>
              <a:gd name="connsiteX0" fmla="*/ 0 w 2144688"/>
              <a:gd name="connsiteY0" fmla="*/ 0 h 6858000"/>
              <a:gd name="connsiteX1" fmla="*/ 2144688 w 2144688"/>
              <a:gd name="connsiteY1" fmla="*/ 0 h 6858000"/>
              <a:gd name="connsiteX2" fmla="*/ 2144688 w 2144688"/>
              <a:gd name="connsiteY2" fmla="*/ 6858000 h 6858000"/>
              <a:gd name="connsiteX3" fmla="*/ 0 w 2144688"/>
              <a:gd name="connsiteY3" fmla="*/ 6858000 h 6858000"/>
              <a:gd name="connsiteX4" fmla="*/ 0 w 2144688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4688" h="6858000">
                <a:moveTo>
                  <a:pt x="0" y="0"/>
                </a:moveTo>
                <a:lnTo>
                  <a:pt x="2144688" y="0"/>
                </a:lnTo>
                <a:cubicBezTo>
                  <a:pt x="1083331" y="2392136"/>
                  <a:pt x="1320095" y="4678136"/>
                  <a:pt x="2144688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2E3C-B70B-437C-85CF-1286301B9CBA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69A20-5B3D-4D98-A822-26B93D177A40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CD4CE-9E43-4F70-A9D8-A2130CA7D92A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2BD92-DA3E-4A0B-90C9-7DE5E15B6E96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2B83A-F366-424E-B742-340ACF856BB5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D68B-5DBD-48E9-A8D4-FCBC4B3DD9C6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B534F-7D16-467B-9320-91F98915D181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0A91F-2F8D-4486-A69D-D680F95444B0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48CD7-D367-43D5-B461-ACE552E75063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9E79-7361-4780-8BEF-7EDE3708298A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8BBEA-E8DD-414A-BF68-FC2AFA7CFF2D}" type="datetime1">
              <a:rPr lang="ko-KR" altLang="en-US" smtClean="0"/>
              <a:t>2024-01-02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619888"/>
            <a:ext cx="9906000" cy="238111"/>
          </a:xfrm>
          <a:custGeom>
            <a:avLst/>
            <a:gdLst>
              <a:gd name="connsiteX0" fmla="*/ 0 w 9945555"/>
              <a:gd name="connsiteY0" fmla="*/ 0 h 238111"/>
              <a:gd name="connsiteX1" fmla="*/ 9945555 w 9945555"/>
              <a:gd name="connsiteY1" fmla="*/ 0 h 238111"/>
              <a:gd name="connsiteX2" fmla="*/ 9945555 w 9945555"/>
              <a:gd name="connsiteY2" fmla="*/ 238111 h 238111"/>
              <a:gd name="connsiteX3" fmla="*/ 0 w 9945555"/>
              <a:gd name="connsiteY3" fmla="*/ 238111 h 238111"/>
              <a:gd name="connsiteX4" fmla="*/ 0 w 9945555"/>
              <a:gd name="connsiteY4" fmla="*/ 0 h 238111"/>
              <a:gd name="connsiteX0" fmla="*/ 0 w 9945555"/>
              <a:gd name="connsiteY0" fmla="*/ 0 h 238111"/>
              <a:gd name="connsiteX1" fmla="*/ 9945555 w 9945555"/>
              <a:gd name="connsiteY1" fmla="*/ 0 h 238111"/>
              <a:gd name="connsiteX2" fmla="*/ 9945555 w 9945555"/>
              <a:gd name="connsiteY2" fmla="*/ 238111 h 238111"/>
              <a:gd name="connsiteX3" fmla="*/ 0 w 9945555"/>
              <a:gd name="connsiteY3" fmla="*/ 238111 h 238111"/>
              <a:gd name="connsiteX4" fmla="*/ 0 w 9945555"/>
              <a:gd name="connsiteY4" fmla="*/ 0 h 238111"/>
              <a:gd name="connsiteX0" fmla="*/ 0 w 9945555"/>
              <a:gd name="connsiteY0" fmla="*/ 0 h 238111"/>
              <a:gd name="connsiteX1" fmla="*/ 9945555 w 9945555"/>
              <a:gd name="connsiteY1" fmla="*/ 0 h 238111"/>
              <a:gd name="connsiteX2" fmla="*/ 9945555 w 9945555"/>
              <a:gd name="connsiteY2" fmla="*/ 238111 h 238111"/>
              <a:gd name="connsiteX3" fmla="*/ 0 w 9945555"/>
              <a:gd name="connsiteY3" fmla="*/ 238111 h 238111"/>
              <a:gd name="connsiteX4" fmla="*/ 0 w 9945555"/>
              <a:gd name="connsiteY4" fmla="*/ 0 h 238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45555" h="238111">
                <a:moveTo>
                  <a:pt x="0" y="0"/>
                </a:moveTo>
                <a:cubicBezTo>
                  <a:pt x="3364170" y="326571"/>
                  <a:pt x="6614042" y="171450"/>
                  <a:pt x="9945555" y="0"/>
                </a:cubicBezTo>
                <a:lnTo>
                  <a:pt x="9945555" y="238111"/>
                </a:lnTo>
                <a:lnTo>
                  <a:pt x="0" y="23811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416496" y="216024"/>
            <a:ext cx="6480720" cy="836712"/>
          </a:xfrm>
          <a:prstGeom prst="roundRect">
            <a:avLst>
              <a:gd name="adj" fmla="val 22522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모서리가 둥근 직사각형 10"/>
          <p:cNvSpPr/>
          <p:nvPr userDrawn="1"/>
        </p:nvSpPr>
        <p:spPr>
          <a:xfrm>
            <a:off x="488505" y="260649"/>
            <a:ext cx="6340771" cy="734006"/>
          </a:xfrm>
          <a:prstGeom prst="roundRect">
            <a:avLst>
              <a:gd name="adj" fmla="val 22522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137" y="197768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12" name="직사각형 7"/>
          <p:cNvSpPr/>
          <p:nvPr userDrawn="1"/>
        </p:nvSpPr>
        <p:spPr>
          <a:xfrm>
            <a:off x="0" y="6453337"/>
            <a:ext cx="9906000" cy="365125"/>
          </a:xfrm>
          <a:custGeom>
            <a:avLst/>
            <a:gdLst>
              <a:gd name="connsiteX0" fmla="*/ 0 w 9945555"/>
              <a:gd name="connsiteY0" fmla="*/ 0 h 238111"/>
              <a:gd name="connsiteX1" fmla="*/ 9945555 w 9945555"/>
              <a:gd name="connsiteY1" fmla="*/ 0 h 238111"/>
              <a:gd name="connsiteX2" fmla="*/ 9945555 w 9945555"/>
              <a:gd name="connsiteY2" fmla="*/ 238111 h 238111"/>
              <a:gd name="connsiteX3" fmla="*/ 0 w 9945555"/>
              <a:gd name="connsiteY3" fmla="*/ 238111 h 238111"/>
              <a:gd name="connsiteX4" fmla="*/ 0 w 9945555"/>
              <a:gd name="connsiteY4" fmla="*/ 0 h 238111"/>
              <a:gd name="connsiteX0" fmla="*/ 0 w 9945555"/>
              <a:gd name="connsiteY0" fmla="*/ 0 h 238111"/>
              <a:gd name="connsiteX1" fmla="*/ 9945555 w 9945555"/>
              <a:gd name="connsiteY1" fmla="*/ 0 h 238111"/>
              <a:gd name="connsiteX2" fmla="*/ 9945555 w 9945555"/>
              <a:gd name="connsiteY2" fmla="*/ 238111 h 238111"/>
              <a:gd name="connsiteX3" fmla="*/ 0 w 9945555"/>
              <a:gd name="connsiteY3" fmla="*/ 238111 h 238111"/>
              <a:gd name="connsiteX4" fmla="*/ 0 w 9945555"/>
              <a:gd name="connsiteY4" fmla="*/ 0 h 238111"/>
              <a:gd name="connsiteX0" fmla="*/ 0 w 9945555"/>
              <a:gd name="connsiteY0" fmla="*/ 0 h 238111"/>
              <a:gd name="connsiteX1" fmla="*/ 9945555 w 9945555"/>
              <a:gd name="connsiteY1" fmla="*/ 0 h 238111"/>
              <a:gd name="connsiteX2" fmla="*/ 9945555 w 9945555"/>
              <a:gd name="connsiteY2" fmla="*/ 238111 h 238111"/>
              <a:gd name="connsiteX3" fmla="*/ 0 w 9945555"/>
              <a:gd name="connsiteY3" fmla="*/ 238111 h 238111"/>
              <a:gd name="connsiteX4" fmla="*/ 0 w 9945555"/>
              <a:gd name="connsiteY4" fmla="*/ 0 h 238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45555" h="238111">
                <a:moveTo>
                  <a:pt x="0" y="0"/>
                </a:moveTo>
                <a:cubicBezTo>
                  <a:pt x="3364170" y="326571"/>
                  <a:pt x="6614042" y="171450"/>
                  <a:pt x="9945555" y="0"/>
                </a:cubicBezTo>
                <a:lnTo>
                  <a:pt x="9945555" y="238111"/>
                </a:lnTo>
                <a:lnTo>
                  <a:pt x="0" y="23811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ysClr val="windowText" lastClr="000000"/>
          </a:solidFill>
          <a:latin typeface="휴먼엑스포" panose="02030504000101010101" pitchFamily="18" charset="-127"/>
          <a:ea typeface="휴먼엑스포" panose="02030504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76736" y="2060848"/>
            <a:ext cx="4824536" cy="1226567"/>
          </a:xfrm>
        </p:spPr>
        <p:txBody>
          <a:bodyPr>
            <a:noAutofit/>
          </a:bodyPr>
          <a:lstStyle/>
          <a:p>
            <a:pPr algn="l"/>
            <a:r>
              <a:rPr lang="en-US" altLang="ko-KR" sz="4000" b="1" dirty="0" err="1" smtClean="0">
                <a:solidFill>
                  <a:schemeClr val="tx1"/>
                </a:solidFill>
              </a:rPr>
              <a:t>Figma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(</a:t>
            </a:r>
            <a:r>
              <a:rPr lang="ko-KR" altLang="en-US" sz="4000" b="1" dirty="0" err="1" smtClean="0">
                <a:solidFill>
                  <a:schemeClr val="tx1"/>
                </a:solidFill>
              </a:rPr>
              <a:t>피그마</a:t>
            </a:r>
            <a:r>
              <a:rPr lang="en-US" altLang="ko-KR" sz="4000" b="1" dirty="0" smtClean="0">
                <a:solidFill>
                  <a:schemeClr val="tx1"/>
                </a:solidFill>
              </a:rPr>
              <a:t>)</a:t>
            </a:r>
            <a:endParaRPr lang="ko-KR" altLang="en-US" sz="4000" b="1" dirty="0">
              <a:solidFill>
                <a:schemeClr val="tx1"/>
              </a:solidFill>
            </a:endParaRPr>
          </a:p>
        </p:txBody>
      </p:sp>
      <p:sp>
        <p:nvSpPr>
          <p:cNvPr id="3" name="AutoShape 2" descr="HTML5 Introduction &amp; Syntax | PoiemaWe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240" y="4077072"/>
            <a:ext cx="1257409" cy="14784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 smtClean="0"/>
              <a:t>란</a:t>
            </a:r>
            <a:r>
              <a:rPr lang="en-US" altLang="ko-KR" sz="2800" dirty="0" smtClean="0"/>
              <a:t>?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196752"/>
            <a:ext cx="84969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</a:t>
            </a:r>
            <a:r>
              <a:rPr lang="en-US" altLang="ko-KR" b="1" dirty="0" err="1" smtClean="0"/>
              <a:t>Figma</a:t>
            </a:r>
            <a:r>
              <a:rPr lang="en-US" altLang="ko-KR" sz="2000" b="1" dirty="0" smtClean="0"/>
              <a:t>(</a:t>
            </a:r>
            <a:r>
              <a:rPr lang="ko-KR" altLang="en-US" sz="2000" b="1" dirty="0" err="1" smtClean="0"/>
              <a:t>피그마</a:t>
            </a:r>
            <a:r>
              <a:rPr lang="en-US" altLang="ko-KR" sz="2000" b="1" dirty="0" smtClean="0"/>
              <a:t>)</a:t>
            </a:r>
            <a:endParaRPr lang="en-US" altLang="ko-KR" sz="20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/>
              <a:t>Figma</a:t>
            </a:r>
            <a:r>
              <a:rPr lang="ko-KR" altLang="en-US" dirty="0"/>
              <a:t>는 </a:t>
            </a:r>
            <a:r>
              <a:rPr lang="ko-KR" altLang="en-US" dirty="0" smtClean="0"/>
              <a:t>웹 </a:t>
            </a:r>
            <a:r>
              <a:rPr lang="ko-KR" altLang="en-US" dirty="0"/>
              <a:t>기반인 벡터 그래픽 편집기 및 </a:t>
            </a:r>
            <a:r>
              <a:rPr lang="ko-KR" altLang="en-US" dirty="0" err="1"/>
              <a:t>프로토타이핑</a:t>
            </a:r>
            <a:r>
              <a:rPr lang="ko-KR" altLang="en-US" dirty="0"/>
              <a:t> </a:t>
            </a:r>
            <a:r>
              <a:rPr lang="ko-KR" altLang="en-US" dirty="0" smtClean="0"/>
              <a:t>도구이다</a:t>
            </a:r>
            <a:r>
              <a:rPr lang="en-US" altLang="ko-KR" dirty="0" smtClean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Figma.com -&gt; sign up(</a:t>
            </a:r>
            <a:r>
              <a:rPr lang="ko-KR" altLang="en-US" dirty="0" smtClean="0"/>
              <a:t>회원 가입</a:t>
            </a:r>
            <a:r>
              <a:rPr lang="en-US" altLang="ko-KR" dirty="0" smtClean="0"/>
              <a:t>) -&gt; Login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2996952"/>
            <a:ext cx="4605218" cy="27363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184" y="2996952"/>
            <a:ext cx="2228625" cy="26642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오른쪽 화살표 5"/>
          <p:cNvSpPr/>
          <p:nvPr/>
        </p:nvSpPr>
        <p:spPr>
          <a:xfrm>
            <a:off x="5961112" y="4149080"/>
            <a:ext cx="360040" cy="72008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262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 smtClean="0"/>
              <a:t>란</a:t>
            </a:r>
            <a:r>
              <a:rPr lang="en-US" altLang="ko-KR" sz="2800" dirty="0" smtClean="0"/>
              <a:t>?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18524"/>
            <a:ext cx="8496944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smtClean="0"/>
              <a:t>웹 애플리케이션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웹에서 작업하기</a:t>
            </a:r>
            <a:r>
              <a:rPr lang="en-US" altLang="ko-KR" b="1" dirty="0" smtClean="0"/>
              <a:t>)</a:t>
            </a:r>
            <a:endParaRPr lang="en-US" altLang="ko-KR" sz="2000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5" y="1916832"/>
            <a:ext cx="7421941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864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 smtClean="0"/>
              <a:t>란</a:t>
            </a:r>
            <a:r>
              <a:rPr lang="en-US" altLang="ko-KR" sz="2800" dirty="0" smtClean="0"/>
              <a:t>?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smtClean="0"/>
              <a:t>로컬 컴퓨터에서 작업하기 </a:t>
            </a:r>
            <a:r>
              <a:rPr lang="en-US" altLang="ko-KR" b="1" dirty="0" smtClean="0"/>
              <a:t>&gt; Get desktop app </a:t>
            </a:r>
            <a:r>
              <a:rPr lang="ko-KR" altLang="en-US" b="1" dirty="0" smtClean="0"/>
              <a:t>다운로드 후 설치 및 실행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64" y="2060845"/>
            <a:ext cx="2016224" cy="27524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557" y="2536413"/>
            <a:ext cx="2376264" cy="13180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4317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 smtClean="0"/>
              <a:t>란</a:t>
            </a:r>
            <a:r>
              <a:rPr lang="en-US" altLang="ko-KR" sz="2800" dirty="0" smtClean="0"/>
              <a:t>?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smtClean="0"/>
              <a:t>파일 생성하기 </a:t>
            </a:r>
            <a:r>
              <a:rPr lang="en-US" altLang="ko-KR" b="1" dirty="0" smtClean="0"/>
              <a:t>&gt; New design file  </a:t>
            </a:r>
            <a:r>
              <a:rPr lang="ko-KR" altLang="en-US" b="1" dirty="0" smtClean="0"/>
              <a:t>또는 상단의 </a:t>
            </a:r>
            <a:r>
              <a:rPr lang="en-US" altLang="ko-KR" b="1" dirty="0" smtClean="0"/>
              <a:t>+ </a:t>
            </a:r>
            <a:r>
              <a:rPr lang="ko-KR" altLang="en-US" b="1" dirty="0" smtClean="0"/>
              <a:t>클릭</a:t>
            </a:r>
            <a:endParaRPr lang="en-US" altLang="ko-KR" sz="20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64" y="2072091"/>
            <a:ext cx="5544616" cy="39434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6351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 smtClean="0"/>
              <a:t>란</a:t>
            </a:r>
            <a:r>
              <a:rPr lang="en-US" altLang="ko-KR" sz="2800" dirty="0" smtClean="0"/>
              <a:t>?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smtClean="0"/>
              <a:t>파일 이름 작성 </a:t>
            </a:r>
            <a:r>
              <a:rPr lang="en-US" altLang="ko-KR" b="1" dirty="0" smtClean="0"/>
              <a:t>&gt; Drafts / first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37" y="2060847"/>
            <a:ext cx="8018126" cy="37655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6661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</a:t>
            </a:r>
            <a:r>
              <a:rPr lang="ko-KR" altLang="en-US" sz="2800" dirty="0" smtClean="0"/>
              <a:t>프레임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Frame </a:t>
            </a:r>
            <a:r>
              <a:rPr lang="ko-KR" altLang="en-US" b="1" dirty="0" smtClean="0"/>
              <a:t>생성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</a:t>
            </a:r>
            <a:r>
              <a:rPr lang="ko-KR" altLang="en-US" b="1" dirty="0" smtClean="0"/>
              <a:t>프레임</a:t>
            </a:r>
            <a:r>
              <a:rPr lang="en-US" altLang="ko-KR" b="1" dirty="0" smtClean="0"/>
              <a:t>(#) &gt; Phone(iPhone 11 pro / x)</a:t>
            </a:r>
            <a:r>
              <a:rPr lang="ko-KR" altLang="en-US" b="1" dirty="0" smtClean="0"/>
              <a:t> </a:t>
            </a:r>
            <a:endParaRPr lang="en-US" altLang="ko-KR" sz="20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2276872"/>
            <a:ext cx="7925200" cy="38401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모서리가 둥근 직사각형 7"/>
          <p:cNvSpPr/>
          <p:nvPr/>
        </p:nvSpPr>
        <p:spPr>
          <a:xfrm>
            <a:off x="2000672" y="4196924"/>
            <a:ext cx="2686408" cy="165618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rgbClr val="0070C0"/>
                </a:solidFill>
              </a:rPr>
              <a:t> 작업 화면 이동 </a:t>
            </a:r>
            <a:r>
              <a:rPr lang="en-US" altLang="ko-KR" sz="1600" dirty="0" smtClean="0"/>
              <a:t>: </a:t>
            </a:r>
          </a:p>
          <a:p>
            <a:r>
              <a:rPr lang="ko-KR" altLang="en-US" sz="1600" dirty="0" smtClean="0"/>
              <a:t>    스페이스 </a:t>
            </a:r>
            <a:r>
              <a:rPr lang="en-US" altLang="ko-KR" sz="1600" dirty="0" smtClean="0"/>
              <a:t>+ </a:t>
            </a:r>
            <a:r>
              <a:rPr lang="ko-KR" altLang="en-US" sz="1600" dirty="0" smtClean="0"/>
              <a:t>드래그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or </a:t>
            </a:r>
            <a:r>
              <a:rPr lang="ko-KR" altLang="en-US" sz="1600" dirty="0" err="1" smtClean="0"/>
              <a:t>손툴</a:t>
            </a:r>
            <a:r>
              <a:rPr lang="ko-KR" altLang="en-US" sz="1600" dirty="0" smtClean="0"/>
              <a:t> 사용</a:t>
            </a:r>
            <a:endParaRPr lang="en-US" altLang="ko-KR" sz="1600" dirty="0" smtClean="0"/>
          </a:p>
          <a:p>
            <a:r>
              <a:rPr lang="ko-KR" altLang="en-US" sz="1600" dirty="0" smtClean="0">
                <a:solidFill>
                  <a:srgbClr val="0070C0"/>
                </a:solidFill>
              </a:rPr>
              <a:t> 화면 확대</a:t>
            </a:r>
            <a:r>
              <a:rPr lang="en-US" altLang="ko-KR" sz="1600" dirty="0" smtClean="0">
                <a:solidFill>
                  <a:srgbClr val="0070C0"/>
                </a:solidFill>
              </a:rPr>
              <a:t>/</a:t>
            </a:r>
            <a:r>
              <a:rPr lang="ko-KR" altLang="en-US" sz="1600" dirty="0" smtClean="0">
                <a:solidFill>
                  <a:srgbClr val="0070C0"/>
                </a:solidFill>
              </a:rPr>
              <a:t>축소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:</a:t>
            </a:r>
          </a:p>
          <a:p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Crtl</a:t>
            </a:r>
            <a:r>
              <a:rPr lang="en-US" altLang="ko-KR" sz="1600" dirty="0" smtClean="0"/>
              <a:t> + </a:t>
            </a:r>
            <a:r>
              <a:rPr lang="ko-KR" altLang="en-US" sz="1600" dirty="0" smtClean="0"/>
              <a:t>마우스 휠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or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Crtl</a:t>
            </a:r>
            <a:r>
              <a:rPr lang="en-US" altLang="ko-KR" sz="1600" dirty="0" smtClean="0"/>
              <a:t> + ‘+’ /’-’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7994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</a:t>
            </a:r>
            <a:r>
              <a:rPr lang="ko-KR" altLang="en-US" sz="2800" dirty="0" smtClean="0"/>
              <a:t>프레임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Frame </a:t>
            </a:r>
            <a:r>
              <a:rPr lang="ko-KR" altLang="en-US" b="1" dirty="0" smtClean="0"/>
              <a:t>생성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</a:t>
            </a:r>
            <a:r>
              <a:rPr lang="ko-KR" altLang="en-US" b="1" dirty="0" smtClean="0"/>
              <a:t>프레임</a:t>
            </a:r>
            <a:r>
              <a:rPr lang="en-US" altLang="ko-KR" b="1" dirty="0" smtClean="0"/>
              <a:t>(#) &gt; Tablet, Desktop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152" y="2273570"/>
            <a:ext cx="7833320" cy="37664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106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Shape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shape </a:t>
            </a:r>
            <a:r>
              <a:rPr lang="ko-KR" altLang="en-US" b="1" dirty="0" smtClean="0"/>
              <a:t>툴 사용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</a:t>
            </a:r>
            <a:r>
              <a:rPr lang="ko-KR" altLang="en-US" b="1" dirty="0" smtClean="0"/>
              <a:t>사각형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아이콘</a:t>
            </a:r>
            <a:r>
              <a:rPr lang="en-US" altLang="ko-KR" b="1" dirty="0" smtClean="0"/>
              <a:t>)</a:t>
            </a:r>
            <a:endParaRPr lang="en-US" altLang="ko-KR" sz="20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968" y="1577825"/>
            <a:ext cx="2191841" cy="45973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754" y="2534484"/>
            <a:ext cx="2280704" cy="10626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248" y="2348880"/>
            <a:ext cx="2309060" cy="373412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892" y="3885209"/>
            <a:ext cx="2286566" cy="18480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모서리가 둥근 직사각형 9"/>
          <p:cNvSpPr/>
          <p:nvPr/>
        </p:nvSpPr>
        <p:spPr>
          <a:xfrm>
            <a:off x="4184238" y="4484959"/>
            <a:ext cx="2686408" cy="1176289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rgbClr val="0070C0"/>
                </a:solidFill>
              </a:rPr>
              <a:t> 개체 이동 </a:t>
            </a:r>
            <a:r>
              <a:rPr lang="en-US" altLang="ko-KR" sz="1600" dirty="0" smtClean="0"/>
              <a:t>: </a:t>
            </a:r>
          </a:p>
          <a:p>
            <a:r>
              <a:rPr lang="ko-KR" altLang="en-US" sz="1600" dirty="0" smtClean="0"/>
              <a:t>    방향키 </a:t>
            </a:r>
            <a:r>
              <a:rPr lang="en-US" altLang="ko-KR" sz="1600" dirty="0" smtClean="0"/>
              <a:t>(1px </a:t>
            </a:r>
            <a:r>
              <a:rPr lang="ko-KR" altLang="en-US" sz="1600" dirty="0" smtClean="0"/>
              <a:t>이동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shift + </a:t>
            </a:r>
            <a:r>
              <a:rPr lang="ko-KR" altLang="en-US" sz="1600" dirty="0" smtClean="0"/>
              <a:t>방향키</a:t>
            </a:r>
            <a:r>
              <a:rPr lang="en-US" altLang="ko-KR" sz="1600" dirty="0" smtClean="0"/>
              <a:t>(10 </a:t>
            </a:r>
            <a:r>
              <a:rPr lang="ko-KR" altLang="en-US" sz="1600" dirty="0" smtClean="0"/>
              <a:t>이동</a:t>
            </a:r>
            <a:r>
              <a:rPr lang="en-US" altLang="ko-KR" sz="16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254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Shape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shape </a:t>
            </a:r>
            <a:r>
              <a:rPr lang="ko-KR" altLang="en-US" b="1" dirty="0" smtClean="0"/>
              <a:t>툴 사용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</a:t>
            </a:r>
            <a:r>
              <a:rPr lang="ko-KR" altLang="en-US" b="1" dirty="0" smtClean="0"/>
              <a:t>원형</a:t>
            </a:r>
            <a:r>
              <a:rPr lang="en-US" altLang="ko-KR" b="1" dirty="0" smtClean="0"/>
              <a:t>(Ellipse) – </a:t>
            </a:r>
            <a:r>
              <a:rPr lang="ko-KR" altLang="en-US" b="1" dirty="0" smtClean="0"/>
              <a:t>이미지 넣기</a:t>
            </a:r>
            <a:r>
              <a:rPr lang="en-US" altLang="ko-KR" b="1" dirty="0" smtClean="0"/>
              <a:t>(Fill – image)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</a:t>
            </a:r>
            <a:r>
              <a:rPr lang="ko-KR" altLang="en-US" b="1" dirty="0" smtClean="0"/>
              <a:t>선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별 등 그리기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235" y="2636912"/>
            <a:ext cx="2448272" cy="167468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104" y="2558230"/>
            <a:ext cx="2286198" cy="29263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488" y="4509119"/>
            <a:ext cx="3017782" cy="19508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9685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Shape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Text </a:t>
            </a:r>
            <a:r>
              <a:rPr lang="ko-KR" altLang="en-US" b="1" dirty="0" smtClean="0"/>
              <a:t>툴 사용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- </a:t>
            </a:r>
            <a:r>
              <a:rPr lang="ko-KR" altLang="en-US" b="1" dirty="0" smtClean="0"/>
              <a:t>한 줄 쓰기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- </a:t>
            </a:r>
            <a:r>
              <a:rPr lang="ko-KR" altLang="en-US" b="1" dirty="0" smtClean="0"/>
              <a:t>문단</a:t>
            </a:r>
            <a:r>
              <a:rPr lang="en-US" altLang="ko-KR" b="1" dirty="0" smtClean="0"/>
              <a:t>(paragraph)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  </a:t>
            </a:r>
            <a:r>
              <a:rPr lang="ko-KR" altLang="en-US" b="1" dirty="0" smtClean="0"/>
              <a:t>편집 모드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더블 클릭 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글꼴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크기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문단 간격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정렬 등</a:t>
            </a:r>
            <a:r>
              <a:rPr lang="en-US" altLang="ko-KR" b="1" dirty="0" smtClean="0"/>
              <a:t>  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3243273"/>
            <a:ext cx="4526673" cy="25300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16"/>
          <a:stretch/>
        </p:blipFill>
        <p:spPr>
          <a:xfrm>
            <a:off x="6679033" y="3429000"/>
            <a:ext cx="2522439" cy="15825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4328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comment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comment </a:t>
            </a:r>
            <a:r>
              <a:rPr lang="ko-KR" altLang="en-US" b="1" dirty="0" smtClean="0"/>
              <a:t>툴 사용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</a:t>
            </a:r>
            <a:r>
              <a:rPr lang="ko-KR" altLang="en-US" b="1" dirty="0" smtClean="0"/>
              <a:t>상단 메뉴 </a:t>
            </a:r>
            <a:r>
              <a:rPr lang="en-US" altLang="ko-KR" b="1" dirty="0" smtClean="0"/>
              <a:t>comment </a:t>
            </a:r>
            <a:r>
              <a:rPr lang="ko-KR" altLang="en-US" b="1" dirty="0" smtClean="0"/>
              <a:t>아이콘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326" y="2492896"/>
            <a:ext cx="3960440" cy="235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98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</a:t>
            </a:r>
            <a:r>
              <a:rPr lang="ko-KR" altLang="en-US" sz="2800" dirty="0" smtClean="0"/>
              <a:t>그룹</a:t>
            </a:r>
            <a:r>
              <a:rPr lang="ko-KR" altLang="en-US" sz="2800" dirty="0"/>
              <a:t>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smtClean="0"/>
              <a:t>그룹화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- </a:t>
            </a:r>
            <a:r>
              <a:rPr lang="en-US" altLang="ko-KR" b="1" dirty="0" err="1" smtClean="0"/>
              <a:t>crtl</a:t>
            </a:r>
            <a:r>
              <a:rPr lang="en-US" altLang="ko-KR" b="1" dirty="0" smtClean="0"/>
              <a:t> + G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- </a:t>
            </a:r>
            <a:r>
              <a:rPr lang="ko-KR" altLang="en-US" b="1" dirty="0" smtClean="0"/>
              <a:t>정렬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사각형과 텍스트 객체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248" y="3211106"/>
            <a:ext cx="2613887" cy="5182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960" y="2854161"/>
            <a:ext cx="2118544" cy="123454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680" y="2852936"/>
            <a:ext cx="2376264" cy="13110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5" r="6022"/>
          <a:stretch/>
        </p:blipFill>
        <p:spPr>
          <a:xfrm>
            <a:off x="2145323" y="4480651"/>
            <a:ext cx="2716824" cy="195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0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</a:t>
            </a:r>
            <a:r>
              <a:rPr lang="en-US" altLang="ko-KR" sz="2800" b="1" dirty="0"/>
              <a:t>EFFECT(</a:t>
            </a:r>
            <a:r>
              <a:rPr lang="ko-KR" altLang="en-US" sz="2800" b="1" dirty="0" err="1"/>
              <a:t>이펙트</a:t>
            </a:r>
            <a:r>
              <a:rPr lang="en-US" altLang="ko-KR" sz="2800" b="1" dirty="0"/>
              <a:t>)</a:t>
            </a:r>
            <a:r>
              <a:rPr lang="en-US" altLang="ko-KR" sz="2800" dirty="0" smtClean="0"/>
              <a:t> 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EFFECT(</a:t>
            </a:r>
            <a:r>
              <a:rPr lang="ko-KR" altLang="en-US" b="1" dirty="0" err="1" smtClean="0"/>
              <a:t>이펙트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효과</a:t>
            </a:r>
            <a:endParaRPr lang="en-US" altLang="ko-KR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1988840"/>
            <a:ext cx="2232854" cy="134885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856" y="2305097"/>
            <a:ext cx="2179509" cy="7163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4" y="3337697"/>
            <a:ext cx="2209992" cy="15393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9" name="직선 화살표 연결선 8"/>
          <p:cNvCxnSpPr/>
          <p:nvPr/>
        </p:nvCxnSpPr>
        <p:spPr>
          <a:xfrm>
            <a:off x="3944888" y="2924944"/>
            <a:ext cx="504056" cy="57606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48944" y="5151185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</a:t>
            </a:r>
            <a:r>
              <a:rPr lang="en-US" altLang="ko-KR" dirty="0" smtClean="0"/>
              <a:t> – 1px, y – 2px , blur-1px, #000</a:t>
            </a:r>
          </a:p>
          <a:p>
            <a:r>
              <a:rPr lang="en-US" altLang="ko-KR" dirty="0" smtClean="0"/>
              <a:t>blur(</a:t>
            </a:r>
            <a:r>
              <a:rPr lang="ko-KR" altLang="en-US" dirty="0" err="1" smtClean="0"/>
              <a:t>번짐정도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985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smtClean="0"/>
              <a:t>스토리 보드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226076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smtClean="0"/>
              <a:t>스토리 보드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2</a:t>
            </a:r>
            <a:r>
              <a:rPr lang="ko-KR" altLang="en-US" b="1" dirty="0" smtClean="0"/>
              <a:t>단 레이아웃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856" y="2266952"/>
            <a:ext cx="5213868" cy="38346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2303490"/>
            <a:ext cx="2202371" cy="32159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7828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Export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Export(</a:t>
            </a:r>
            <a:r>
              <a:rPr lang="ko-KR" altLang="en-US" b="1" dirty="0" smtClean="0"/>
              <a:t>내보내기</a:t>
            </a:r>
            <a:r>
              <a:rPr lang="en-US" altLang="ko-KR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</a:t>
            </a:r>
            <a:r>
              <a:rPr lang="ko-KR" altLang="en-US" b="1" dirty="0" smtClean="0"/>
              <a:t>이미지 만들기</a:t>
            </a:r>
            <a:endParaRPr lang="en-US" altLang="ko-KR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856" y="2675762"/>
            <a:ext cx="1155556" cy="104127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680" y="2708920"/>
            <a:ext cx="1092064" cy="57142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040" y="2348880"/>
            <a:ext cx="2240474" cy="24767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792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en-US" altLang="ko-KR" sz="2800" dirty="0" err="1" smtClean="0"/>
              <a:t>Figma</a:t>
            </a:r>
            <a:r>
              <a:rPr lang="ko-KR" altLang="en-US" sz="2800" dirty="0"/>
              <a:t> </a:t>
            </a:r>
            <a:r>
              <a:rPr lang="en-US" altLang="ko-KR" sz="2800" dirty="0" smtClean="0"/>
              <a:t>- Component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196752"/>
            <a:ext cx="8496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Component(</a:t>
            </a:r>
            <a:r>
              <a:rPr lang="ko-KR" altLang="en-US" b="1" dirty="0" smtClean="0"/>
              <a:t>컴포넌트</a:t>
            </a:r>
            <a:r>
              <a:rPr lang="en-US" altLang="ko-KR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1. </a:t>
            </a:r>
            <a:r>
              <a:rPr lang="ko-KR" altLang="en-US" b="1" dirty="0" smtClean="0"/>
              <a:t>버튼 만들기 </a:t>
            </a:r>
            <a:r>
              <a:rPr lang="en-US" altLang="ko-KR" b="1" dirty="0" smtClean="0"/>
              <a:t>&gt; </a:t>
            </a:r>
            <a:r>
              <a:rPr lang="ko-KR" altLang="en-US" b="1" dirty="0" smtClean="0"/>
              <a:t>밖으로 끌어다 놓음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2. </a:t>
            </a:r>
            <a:r>
              <a:rPr lang="ko-KR" altLang="en-US" b="1" dirty="0" smtClean="0"/>
              <a:t>상단의 다이아몬드 아이콘 클릭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컴포넌트 생성</a:t>
            </a:r>
            <a:r>
              <a:rPr lang="en-US" altLang="ko-KR" b="1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    </a:t>
            </a:r>
            <a:r>
              <a:rPr lang="ko-KR" altLang="en-US" b="1" dirty="0" err="1" smtClean="0"/>
              <a:t>인스턴스로</a:t>
            </a:r>
            <a:r>
              <a:rPr lang="ko-KR" altLang="en-US" b="1" dirty="0" smtClean="0"/>
              <a:t> 등록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재사용 가능한 요소를 정의 </a:t>
            </a:r>
            <a:r>
              <a:rPr lang="en-US" altLang="ko-KR" b="1" dirty="0" smtClean="0"/>
              <a:t>&gt; </a:t>
            </a:r>
            <a:r>
              <a:rPr lang="ko-KR" altLang="en-US" b="1" dirty="0" smtClean="0"/>
              <a:t>끌어서 사용함 </a:t>
            </a:r>
            <a:endParaRPr lang="en-US" altLang="ko-KR" b="1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078" y="3212976"/>
            <a:ext cx="3684838" cy="34608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4285805"/>
            <a:ext cx="2309060" cy="22023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1" name="직선 화살표 연결선 10"/>
          <p:cNvCxnSpPr/>
          <p:nvPr/>
        </p:nvCxnSpPr>
        <p:spPr>
          <a:xfrm flipV="1">
            <a:off x="2432720" y="5012012"/>
            <a:ext cx="3528392" cy="793252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2800" y="461596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끌어다 사용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232" y="3328076"/>
            <a:ext cx="1226926" cy="12878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085" y="3215872"/>
            <a:ext cx="2316591" cy="896040"/>
          </a:xfrm>
          <a:prstGeom prst="rect">
            <a:avLst/>
          </a:prstGeom>
        </p:spPr>
      </p:pic>
      <p:sp>
        <p:nvSpPr>
          <p:cNvPr id="22" name="타원 21"/>
          <p:cNvSpPr/>
          <p:nvPr/>
        </p:nvSpPr>
        <p:spPr>
          <a:xfrm>
            <a:off x="2000672" y="3091319"/>
            <a:ext cx="648072" cy="572573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952597" y="4153373"/>
            <a:ext cx="648072" cy="572573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19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err="1" smtClean="0"/>
              <a:t>프로토</a:t>
            </a:r>
            <a:r>
              <a:rPr lang="ko-KR" altLang="en-US" sz="2800" dirty="0" smtClean="0"/>
              <a:t> 타이핑</a:t>
            </a:r>
            <a:r>
              <a:rPr lang="en-US" altLang="ko-KR" sz="2800" dirty="0" smtClean="0"/>
              <a:t>(prototyping)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err="1" smtClean="0"/>
              <a:t>프로토타이핑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</a:t>
            </a:r>
            <a:r>
              <a:rPr lang="ko-KR" altLang="en-US" b="1" dirty="0"/>
              <a:t>우측 상단 작업패널 </a:t>
            </a:r>
            <a:r>
              <a:rPr lang="en-US" altLang="ko-KR" b="1" dirty="0"/>
              <a:t>&gt; prototype </a:t>
            </a:r>
            <a:r>
              <a:rPr lang="ko-KR" altLang="en-US" b="1" dirty="0"/>
              <a:t>선택</a:t>
            </a:r>
            <a:endParaRPr lang="en-US" altLang="ko-KR" b="1" dirty="0"/>
          </a:p>
          <a:p>
            <a:pPr>
              <a:lnSpc>
                <a:spcPct val="150000"/>
              </a:lnSpc>
            </a:pPr>
            <a:endParaRPr lang="en-US" altLang="ko-KR" b="1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728" y="2493113"/>
            <a:ext cx="5054426" cy="2919029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>
          <a:xfrm flipV="1">
            <a:off x="2648744" y="5088135"/>
            <a:ext cx="648072" cy="54006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84648" y="5639328"/>
            <a:ext cx="448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Prototype </a:t>
            </a:r>
            <a:r>
              <a:rPr lang="ko-KR" altLang="en-US" dirty="0" smtClean="0"/>
              <a:t>키 생성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색상에 맞게 연결함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764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err="1" smtClean="0"/>
              <a:t>프로토</a:t>
            </a:r>
            <a:r>
              <a:rPr lang="ko-KR" altLang="en-US" sz="2800" dirty="0" smtClean="0"/>
              <a:t> 타이핑</a:t>
            </a:r>
            <a:r>
              <a:rPr lang="en-US" altLang="ko-KR" sz="2800" dirty="0" smtClean="0"/>
              <a:t>(prototyping)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err="1" smtClean="0"/>
              <a:t>프로토타이핑</a:t>
            </a:r>
            <a:endParaRPr lang="en-US" altLang="ko-KR" b="1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984" y="1988840"/>
            <a:ext cx="2088232" cy="422052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280592" y="1988840"/>
            <a:ext cx="2767681" cy="13388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ko-KR" altLang="en-US" b="1" dirty="0"/>
              <a:t>① </a:t>
            </a:r>
            <a:r>
              <a:rPr lang="en-US" altLang="ko-KR" b="1" dirty="0" smtClean="0"/>
              <a:t>Interactions(on </a:t>
            </a:r>
            <a:r>
              <a:rPr lang="en-US" altLang="ko-KR" b="1" dirty="0"/>
              <a:t>tap</a:t>
            </a:r>
            <a:r>
              <a:rPr lang="en-US" altLang="ko-KR" b="1" dirty="0" smtClean="0"/>
              <a:t>)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 ② </a:t>
            </a:r>
            <a:r>
              <a:rPr lang="ko-KR" altLang="en-US" b="1" dirty="0" smtClean="0"/>
              <a:t>재생</a:t>
            </a:r>
            <a:r>
              <a:rPr lang="en-US" altLang="ko-KR" b="1" dirty="0"/>
              <a:t>(</a:t>
            </a:r>
            <a:r>
              <a:rPr lang="ko-KR" altLang="en-US" b="1" dirty="0"/>
              <a:t>▷</a:t>
            </a:r>
            <a:r>
              <a:rPr lang="en-US" altLang="ko-KR" b="1" dirty="0"/>
              <a:t>)</a:t>
            </a:r>
          </a:p>
          <a:p>
            <a:pPr>
              <a:lnSpc>
                <a:spcPct val="150000"/>
              </a:lnSpc>
            </a:pP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48444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err="1" smtClean="0"/>
              <a:t>프로토</a:t>
            </a:r>
            <a:r>
              <a:rPr lang="ko-KR" altLang="en-US" sz="2800" dirty="0" smtClean="0"/>
              <a:t> 타이핑</a:t>
            </a:r>
            <a:r>
              <a:rPr lang="en-US" altLang="ko-KR" sz="2800" dirty="0" smtClean="0"/>
              <a:t>(prototyping)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smtClean="0"/>
              <a:t>이미지 슬라이드</a:t>
            </a:r>
            <a:endParaRPr lang="en-US" altLang="ko-KR" b="1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20" y="2040260"/>
            <a:ext cx="4540016" cy="396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73080" y="2040260"/>
            <a:ext cx="38164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① 이미지 </a:t>
            </a:r>
            <a:r>
              <a:rPr lang="en-US" altLang="ko-KR" dirty="0" smtClean="0"/>
              <a:t>3</a:t>
            </a:r>
            <a:r>
              <a:rPr lang="ko-KR" altLang="en-US" dirty="0" smtClean="0"/>
              <a:t>장을 연결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② 이미지 선택 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단축메뉴 </a:t>
            </a:r>
            <a:r>
              <a:rPr lang="en-US" altLang="ko-KR" dirty="0" smtClean="0"/>
              <a:t>&gt; add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auto layout &gt; Frame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③</a:t>
            </a:r>
            <a:r>
              <a:rPr lang="en-US" altLang="ko-KR" dirty="0" smtClean="0"/>
              <a:t> Frame </a:t>
            </a:r>
            <a:r>
              <a:rPr lang="ko-KR" altLang="en-US" dirty="0" smtClean="0"/>
              <a:t>선택 </a:t>
            </a:r>
            <a:r>
              <a:rPr lang="en-US" altLang="ko-KR" dirty="0" smtClean="0"/>
              <a:t>&gt; Frame Selection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④ </a:t>
            </a:r>
            <a:r>
              <a:rPr lang="ko-KR" altLang="en-US" dirty="0" err="1" smtClean="0"/>
              <a:t>프로토</a:t>
            </a:r>
            <a:r>
              <a:rPr lang="ko-KR" altLang="en-US" dirty="0" smtClean="0"/>
              <a:t> 타입 </a:t>
            </a:r>
            <a:r>
              <a:rPr lang="en-US" altLang="ko-KR" dirty="0" smtClean="0"/>
              <a:t>&gt; scrolling :  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Horizontal scrolling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830" y="3933056"/>
            <a:ext cx="2562518" cy="22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9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err="1" smtClean="0"/>
              <a:t>프로토</a:t>
            </a:r>
            <a:r>
              <a:rPr lang="ko-KR" altLang="en-US" sz="2800" dirty="0" smtClean="0"/>
              <a:t> 타이핑</a:t>
            </a:r>
            <a:r>
              <a:rPr lang="en-US" altLang="ko-KR" sz="2800" dirty="0" smtClean="0"/>
              <a:t>(prototyping)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err="1" smtClean="0"/>
              <a:t>프로토타이핑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– Animation </a:t>
            </a:r>
            <a:r>
              <a:rPr lang="ko-KR" altLang="en-US" b="1" dirty="0" smtClean="0"/>
              <a:t>효과 지정</a:t>
            </a:r>
            <a:endParaRPr lang="en-US" altLang="ko-KR" b="1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2099738"/>
            <a:ext cx="5321794" cy="414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9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err="1" smtClean="0"/>
              <a:t>프로토</a:t>
            </a:r>
            <a:r>
              <a:rPr lang="ko-KR" altLang="en-US" sz="2800" dirty="0" smtClean="0"/>
              <a:t> 타이핑</a:t>
            </a:r>
            <a:r>
              <a:rPr lang="en-US" altLang="ko-KR" sz="2800" dirty="0" smtClean="0"/>
              <a:t>(prototyping)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</a:t>
            </a:r>
            <a:r>
              <a:rPr lang="ko-KR" altLang="en-US" b="1" dirty="0" err="1" smtClean="0"/>
              <a:t>프로토타이핑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</a:t>
            </a:r>
            <a:r>
              <a:rPr lang="ko-KR" altLang="en-US" b="1" dirty="0" smtClean="0"/>
              <a:t>① </a:t>
            </a:r>
            <a:r>
              <a:rPr lang="en-US" altLang="ko-KR" b="1" dirty="0" smtClean="0"/>
              <a:t>Interactions(on tap)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</a:t>
            </a:r>
            <a:r>
              <a:rPr lang="ko-KR" altLang="en-US" b="1" dirty="0" smtClean="0"/>
              <a:t>② </a:t>
            </a:r>
            <a:r>
              <a:rPr lang="en-US" altLang="ko-KR" b="1" dirty="0" smtClean="0"/>
              <a:t>Navigate to</a:t>
            </a:r>
          </a:p>
          <a:p>
            <a:pPr>
              <a:lnSpc>
                <a:spcPct val="150000"/>
              </a:lnSpc>
            </a:pPr>
            <a:r>
              <a:rPr lang="en-US" altLang="ko-KR" b="1" dirty="0" smtClean="0"/>
              <a:t>       </a:t>
            </a:r>
            <a:r>
              <a:rPr lang="ko-KR" altLang="en-US" b="1" dirty="0" smtClean="0"/>
              <a:t>③ </a:t>
            </a:r>
            <a:r>
              <a:rPr lang="en-US" altLang="ko-KR" b="1" dirty="0"/>
              <a:t>Animation – push, Ease In Out, </a:t>
            </a:r>
            <a:r>
              <a:rPr lang="en-US" altLang="ko-KR" b="1" dirty="0" smtClean="0"/>
              <a:t>300ms</a:t>
            </a:r>
            <a:endParaRPr lang="en-US" altLang="ko-KR" b="1" dirty="0" smtClean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en-US" altLang="ko-KR" b="1" dirty="0" smtClean="0"/>
              <a:t>      </a:t>
            </a:r>
            <a:r>
              <a:rPr lang="ko-KR" altLang="en-US" b="1" dirty="0" smtClean="0"/>
              <a:t>③ 재생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▷</a:t>
            </a:r>
            <a:r>
              <a:rPr lang="en-US" altLang="ko-KR" b="1" dirty="0" smtClean="0"/>
              <a:t>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928" y="3284983"/>
            <a:ext cx="3600400" cy="28894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691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err="1" smtClean="0"/>
              <a:t>프로토</a:t>
            </a:r>
            <a:r>
              <a:rPr lang="ko-KR" altLang="en-US" sz="2800" dirty="0" smtClean="0"/>
              <a:t> 타이핑</a:t>
            </a:r>
            <a:r>
              <a:rPr lang="en-US" altLang="ko-KR" sz="2800" dirty="0" smtClean="0"/>
              <a:t>(prototyping)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4528" y="1336993"/>
            <a:ext cx="849694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 smtClean="0"/>
              <a:t>    - Flow </a:t>
            </a:r>
            <a:r>
              <a:rPr lang="ko-KR" altLang="en-US" b="1" dirty="0" smtClean="0"/>
              <a:t>지점 변경 및 </a:t>
            </a:r>
            <a:r>
              <a:rPr lang="en-US" altLang="ko-KR" b="1" dirty="0" smtClean="0"/>
              <a:t>on drag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995286"/>
            <a:ext cx="6560395" cy="408189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7085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err="1" smtClean="0"/>
              <a:t>프로토</a:t>
            </a:r>
            <a:r>
              <a:rPr lang="ko-KR" altLang="en-US" sz="2800" dirty="0" smtClean="0"/>
              <a:t> 타이핑</a:t>
            </a:r>
            <a:r>
              <a:rPr lang="en-US" altLang="ko-KR" sz="2800" dirty="0" smtClean="0"/>
              <a:t>(prototyping)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656" y="1268760"/>
            <a:ext cx="5608589" cy="51313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73955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err="1" smtClean="0"/>
              <a:t>프로토</a:t>
            </a:r>
            <a:r>
              <a:rPr lang="ko-KR" altLang="en-US" sz="2800" dirty="0" smtClean="0"/>
              <a:t> 타이핑</a:t>
            </a:r>
            <a:r>
              <a:rPr lang="en-US" altLang="ko-KR" sz="2800" dirty="0" smtClean="0"/>
              <a:t>(prototyping)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412776"/>
            <a:ext cx="7500832" cy="43924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9985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6497" y="197768"/>
            <a:ext cx="6412780" cy="854968"/>
          </a:xfrm>
        </p:spPr>
        <p:txBody>
          <a:bodyPr>
            <a:noAutofit/>
          </a:bodyPr>
          <a:lstStyle/>
          <a:p>
            <a:r>
              <a:rPr lang="en-US" altLang="ko-KR" sz="2800" dirty="0" smtClean="0"/>
              <a:t>   </a:t>
            </a:r>
            <a:r>
              <a:rPr lang="ko-KR" altLang="en-US" sz="2800" dirty="0" err="1" smtClean="0"/>
              <a:t>프로토</a:t>
            </a:r>
            <a:r>
              <a:rPr lang="ko-KR" altLang="en-US" sz="2800" dirty="0" smtClean="0"/>
              <a:t> 타이핑</a:t>
            </a:r>
            <a:r>
              <a:rPr lang="en-US" altLang="ko-KR" sz="2800" dirty="0" smtClean="0"/>
              <a:t>(prototyping)</a:t>
            </a:r>
            <a:endParaRPr lang="ko-KR" altLang="en-US" sz="2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7" y="1301370"/>
            <a:ext cx="6283651" cy="49555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1112" y="4149080"/>
            <a:ext cx="713688" cy="2225580"/>
          </a:xfrm>
          <a:prstGeom prst="rect">
            <a:avLst/>
          </a:prstGeom>
        </p:spPr>
      </p:pic>
      <p:cxnSp>
        <p:nvCxnSpPr>
          <p:cNvPr id="7" name="직선 화살표 연결선 6"/>
          <p:cNvCxnSpPr/>
          <p:nvPr/>
        </p:nvCxnSpPr>
        <p:spPr>
          <a:xfrm flipH="1" flipV="1">
            <a:off x="5169024" y="4005064"/>
            <a:ext cx="792088" cy="504056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194" y="2651180"/>
            <a:ext cx="855515" cy="1727172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>
          <a:xfrm flipH="1" flipV="1">
            <a:off x="5385048" y="2852936"/>
            <a:ext cx="1224136" cy="36004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26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dirty="0" err="1" smtClean="0"/>
              <a:t>fontawesome</a:t>
            </a:r>
            <a:r>
              <a:rPr lang="en-US" altLang="ko-KR" dirty="0" smtClean="0"/>
              <a:t> - icon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2348880"/>
            <a:ext cx="4493727" cy="23762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111" y="2381740"/>
            <a:ext cx="2533827" cy="34585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8584" y="1434562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000" dirty="0" err="1" smtClean="0"/>
              <a:t>Fontawesome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사이트에서 무료 아이콘 사용하기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2914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dirty="0" err="1" smtClean="0"/>
              <a:t>fontawesome</a:t>
            </a:r>
            <a:r>
              <a:rPr lang="en-US" altLang="ko-KR" dirty="0" smtClean="0"/>
              <a:t> - icon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08584" y="1434562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000" dirty="0" err="1" smtClean="0"/>
              <a:t>Fontawesome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사이트에서 무료 아이콘 사용하기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668" y="2167781"/>
            <a:ext cx="3945265" cy="14772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359" y="3933056"/>
            <a:ext cx="5951115" cy="20091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11" name="직선 연결선 10"/>
          <p:cNvCxnSpPr/>
          <p:nvPr/>
        </p:nvCxnSpPr>
        <p:spPr>
          <a:xfrm>
            <a:off x="2216696" y="4221088"/>
            <a:ext cx="129614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261156" y="3068960"/>
            <a:ext cx="129614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53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dirty="0" err="1" smtClean="0"/>
              <a:t>fontawesome</a:t>
            </a:r>
            <a:r>
              <a:rPr lang="en-US" altLang="ko-KR" dirty="0" smtClean="0"/>
              <a:t> - icon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08584" y="1434562"/>
            <a:ext cx="648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2000" dirty="0" err="1" smtClean="0"/>
              <a:t>Fontawesome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사이트에서 무료 아이콘 사용하기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5" y="2064187"/>
            <a:ext cx="5126528" cy="30930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타원 5"/>
          <p:cNvSpPr/>
          <p:nvPr/>
        </p:nvSpPr>
        <p:spPr>
          <a:xfrm>
            <a:off x="5673080" y="2380642"/>
            <a:ext cx="504056" cy="50405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 flipV="1">
            <a:off x="6177136" y="2740682"/>
            <a:ext cx="1296144" cy="72008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69224" y="3491327"/>
            <a:ext cx="1112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클릭 </a:t>
            </a:r>
            <a:r>
              <a:rPr lang="en-US" altLang="ko-KR" sz="1600" dirty="0" smtClean="0"/>
              <a:t>copy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695153" y="3911886"/>
            <a:ext cx="3080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/>
              <a:t>Figma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글꼴</a:t>
            </a:r>
            <a:endParaRPr lang="en-US" altLang="ko-KR" sz="1600" dirty="0" smtClean="0"/>
          </a:p>
          <a:p>
            <a:r>
              <a:rPr lang="en-US" altLang="ko-KR" sz="1600" dirty="0" err="1" smtClean="0"/>
              <a:t>Fontawesome</a:t>
            </a:r>
            <a:r>
              <a:rPr lang="en-US" altLang="ko-KR" sz="1600" dirty="0" smtClean="0"/>
              <a:t> 5 free</a:t>
            </a:r>
            <a:r>
              <a:rPr lang="ko-KR" altLang="en-US" sz="1600" dirty="0" smtClean="0"/>
              <a:t>로 지정해야 함</a:t>
            </a:r>
            <a:r>
              <a:rPr lang="en-US" altLang="ko-KR" sz="1600" dirty="0" smtClean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73257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community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208584" y="1340768"/>
            <a:ext cx="648072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 smtClean="0"/>
              <a:t>Community &gt; </a:t>
            </a:r>
            <a:r>
              <a:rPr lang="en-US" altLang="ko-KR" sz="2000" dirty="0" err="1" smtClean="0"/>
              <a:t>ikonate</a:t>
            </a:r>
            <a:r>
              <a:rPr lang="en-US" altLang="ko-KR" sz="2000" dirty="0" smtClean="0"/>
              <a:t> &gt; duplicate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</a:t>
            </a:r>
            <a:r>
              <a:rPr lang="ko-KR" altLang="en-US" sz="2000" dirty="0" smtClean="0"/>
              <a:t>사용방법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아이콘 </a:t>
            </a:r>
            <a:r>
              <a:rPr lang="en-US" altLang="ko-KR" sz="2000" dirty="0" smtClean="0"/>
              <a:t>copy </a:t>
            </a:r>
            <a:r>
              <a:rPr lang="ko-KR" altLang="en-US" sz="2000" dirty="0" smtClean="0"/>
              <a:t>후 </a:t>
            </a:r>
            <a:r>
              <a:rPr lang="ko-KR" altLang="en-US" sz="2000" dirty="0" err="1" smtClean="0"/>
              <a:t>붙여넣기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034" y="2492896"/>
            <a:ext cx="5951736" cy="37265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4130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3982</TotalTime>
  <Words>629</Words>
  <Application>Microsoft Office PowerPoint</Application>
  <PresentationFormat>A4 용지(210x297mm)</PresentationFormat>
  <Paragraphs>134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맑은 고딕</vt:lpstr>
      <vt:lpstr>휴먼엑스포</vt:lpstr>
      <vt:lpstr>Arial</vt:lpstr>
      <vt:lpstr>Wingdings</vt:lpstr>
      <vt:lpstr>Office 테마</vt:lpstr>
      <vt:lpstr>Figma(피그마)</vt:lpstr>
      <vt:lpstr>   Figma란?</vt:lpstr>
      <vt:lpstr>   Figma란?</vt:lpstr>
      <vt:lpstr>   Figma란?</vt:lpstr>
      <vt:lpstr>   Figma란?</vt:lpstr>
      <vt:lpstr>   Figma란?</vt:lpstr>
      <vt:lpstr>   Figma - 프레임</vt:lpstr>
      <vt:lpstr>   Figma - 프레임</vt:lpstr>
      <vt:lpstr>   Figma - Shape</vt:lpstr>
      <vt:lpstr>   Figma - Shape</vt:lpstr>
      <vt:lpstr>   Figma - Shape</vt:lpstr>
      <vt:lpstr>   Figma - comment</vt:lpstr>
      <vt:lpstr>   Figma - 그룹화</vt:lpstr>
      <vt:lpstr>   Figma - EFFECT(이펙트) </vt:lpstr>
      <vt:lpstr>   스토리 보드</vt:lpstr>
      <vt:lpstr>   Figma - Export</vt:lpstr>
      <vt:lpstr>   Figma - Component</vt:lpstr>
      <vt:lpstr>   프로토 타이핑(prototyping)</vt:lpstr>
      <vt:lpstr>   프로토 타이핑(prototyping)</vt:lpstr>
      <vt:lpstr>   프로토 타이핑(prototyping)</vt:lpstr>
      <vt:lpstr>   프로토 타이핑(prototyping)</vt:lpstr>
      <vt:lpstr>   프로토 타이핑(prototyping)</vt:lpstr>
      <vt:lpstr>   프로토 타이핑(prototyping)</vt:lpstr>
      <vt:lpstr>   프로토 타이핑(prototyping)</vt:lpstr>
      <vt:lpstr>   프로토 타이핑(prototyping)</vt:lpstr>
      <vt:lpstr>   프로토 타이핑(prototyping)</vt:lpstr>
      <vt:lpstr> fontawesome - icon</vt:lpstr>
      <vt:lpstr> fontawesome - icon</vt:lpstr>
      <vt:lpstr> fontawesome - icon</vt:lpstr>
      <vt:lpstr> community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339</cp:revision>
  <dcterms:created xsi:type="dcterms:W3CDTF">2019-03-04T02:36:55Z</dcterms:created>
  <dcterms:modified xsi:type="dcterms:W3CDTF">2024-01-01T21:35:58Z</dcterms:modified>
</cp:coreProperties>
</file>