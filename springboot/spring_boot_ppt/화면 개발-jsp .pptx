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0"/>
  </p:notesMasterIdLst>
  <p:sldIdLst>
    <p:sldId id="256" r:id="rId2"/>
    <p:sldId id="412" r:id="rId3"/>
    <p:sldId id="413" r:id="rId4"/>
    <p:sldId id="414" r:id="rId5"/>
    <p:sldId id="415" r:id="rId6"/>
    <p:sldId id="417" r:id="rId7"/>
    <p:sldId id="421" r:id="rId8"/>
    <p:sldId id="416" r:id="rId9"/>
    <p:sldId id="459" r:id="rId10"/>
    <p:sldId id="460" r:id="rId11"/>
    <p:sldId id="461" r:id="rId12"/>
    <p:sldId id="420" r:id="rId13"/>
    <p:sldId id="449" r:id="rId14"/>
    <p:sldId id="462" r:id="rId15"/>
    <p:sldId id="422" r:id="rId16"/>
    <p:sldId id="423" r:id="rId17"/>
    <p:sldId id="424" r:id="rId18"/>
    <p:sldId id="447" r:id="rId19"/>
    <p:sldId id="425" r:id="rId20"/>
    <p:sldId id="426" r:id="rId21"/>
    <p:sldId id="427" r:id="rId22"/>
    <p:sldId id="428" r:id="rId23"/>
    <p:sldId id="430" r:id="rId24"/>
    <p:sldId id="429" r:id="rId25"/>
    <p:sldId id="450" r:id="rId26"/>
    <p:sldId id="431" r:id="rId27"/>
    <p:sldId id="432" r:id="rId28"/>
    <p:sldId id="433" r:id="rId29"/>
    <p:sldId id="434" r:id="rId30"/>
    <p:sldId id="435" r:id="rId31"/>
    <p:sldId id="451" r:id="rId32"/>
    <p:sldId id="436" r:id="rId33"/>
    <p:sldId id="446" r:id="rId34"/>
    <p:sldId id="437" r:id="rId35"/>
    <p:sldId id="439" r:id="rId36"/>
    <p:sldId id="448" r:id="rId37"/>
    <p:sldId id="440" r:id="rId38"/>
    <p:sldId id="441" r:id="rId39"/>
    <p:sldId id="442" r:id="rId40"/>
    <p:sldId id="443" r:id="rId41"/>
    <p:sldId id="444" r:id="rId42"/>
    <p:sldId id="452" r:id="rId43"/>
    <p:sldId id="454" r:id="rId44"/>
    <p:sldId id="453" r:id="rId45"/>
    <p:sldId id="457" r:id="rId46"/>
    <p:sldId id="458" r:id="rId47"/>
    <p:sldId id="455" r:id="rId48"/>
    <p:sldId id="456" r:id="rId49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12" autoAdjust="0"/>
    <p:restoredTop sz="94660"/>
  </p:normalViewPr>
  <p:slideViewPr>
    <p:cSldViewPr>
      <p:cViewPr varScale="1">
        <p:scale>
          <a:sx n="88" d="100"/>
          <a:sy n="88" d="100"/>
        </p:scale>
        <p:origin x="840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4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개발 </a:t>
            </a:r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- JSP</a:t>
            </a:r>
            <a:endParaRPr lang="ko-KR" altLang="en-US" sz="24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600" i="1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00" i="1" dirty="0" err="1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jsp</a:t>
            </a:r>
            <a:endParaRPr lang="ko-KR" altLang="en-US" sz="16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웹 애플리케이션 화면 개발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84784"/>
            <a:ext cx="82809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 부트는 템플릿 엔진을 이용한 화면 처리를 지원한다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 부트가 지원하는 템플릿 엔진은 </a:t>
            </a:r>
            <a:r>
              <a:rPr lang="ko-KR" altLang="en-US" sz="1600" dirty="0" err="1" smtClean="0"/>
              <a:t>타임리프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Thymeleaf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를 비롯하여 </a:t>
            </a:r>
            <a:r>
              <a:rPr lang="en-US" altLang="ko-KR" sz="1600" dirty="0" err="1" smtClean="0"/>
              <a:t>Freemaker</a:t>
            </a:r>
            <a:r>
              <a:rPr lang="en-US" altLang="ko-KR" sz="1600" dirty="0" smtClean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Mustache, Groovy Templates</a:t>
            </a:r>
            <a:r>
              <a:rPr lang="ko-KR" altLang="en-US" sz="1600" dirty="0" smtClean="0"/>
              <a:t>이 있다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템플릿 엔진을 이용하면 데이터와 거의 완벽하게 분리된 화면을 개발 할 수 있기 때문에 순수하게 </a:t>
            </a:r>
            <a:r>
              <a:rPr lang="en-US" altLang="ko-KR" sz="1600" dirty="0" smtClean="0"/>
              <a:t>HTML </a:t>
            </a:r>
            <a:r>
              <a:rPr lang="ko-KR" altLang="en-US" sz="1600" dirty="0" smtClean="0"/>
              <a:t>파일 만을 이용한 화면 개발이 가능하고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운영 과정에서 쉽게 화면을 변경할 수도 있다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최종적으로 스프링 부트가 제공하는 템플릿 엔진 중에서 </a:t>
            </a:r>
            <a:r>
              <a:rPr lang="ko-KR" altLang="en-US" sz="1600" dirty="0" err="1" smtClean="0"/>
              <a:t>타임리프를</a:t>
            </a:r>
            <a:r>
              <a:rPr lang="ko-KR" altLang="en-US" sz="1600" dirty="0" smtClean="0"/>
              <a:t> 적용하는데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먼저 </a:t>
            </a:r>
            <a:r>
              <a:rPr lang="en-US" altLang="ko-KR" sz="1600" dirty="0" smtClean="0"/>
              <a:t>JSP </a:t>
            </a:r>
            <a:r>
              <a:rPr lang="ko-KR" altLang="en-US" sz="1600" dirty="0" smtClean="0"/>
              <a:t>기반의 화면을 만들고 </a:t>
            </a:r>
            <a:r>
              <a:rPr lang="ko-KR" altLang="en-US" sz="1600" dirty="0" err="1" smtClean="0"/>
              <a:t>타임리프를</a:t>
            </a:r>
            <a:r>
              <a:rPr lang="ko-KR" altLang="en-US" sz="1600" dirty="0" smtClean="0"/>
              <a:t> 적용한다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JSP</a:t>
            </a:r>
            <a:r>
              <a:rPr lang="ko-KR" altLang="en-US" sz="1600" dirty="0" smtClean="0"/>
              <a:t>는 자바의 표준이며</a:t>
            </a:r>
            <a:r>
              <a:rPr lang="en-US" altLang="ko-KR" sz="1600" dirty="0" smtClean="0"/>
              <a:t>, JSP</a:t>
            </a:r>
            <a:r>
              <a:rPr lang="ko-KR" altLang="en-US" sz="1600" dirty="0" smtClean="0"/>
              <a:t>로 여전히 화면을 제공하는 시스템들이 존재하기 때문이다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5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BootWeb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프로젝트 생성 및 환경 설정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844824"/>
            <a:ext cx="4450466" cy="29949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5731058" y="2276871"/>
            <a:ext cx="38884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    Packing – War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- </a:t>
            </a:r>
            <a:r>
              <a:rPr lang="ko-KR" altLang="en-US" sz="1600" dirty="0"/>
              <a:t>모듈 추가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    Lombok</a:t>
            </a:r>
            <a:r>
              <a:rPr lang="en-US" altLang="ko-KR" sz="1600" dirty="0"/>
              <a:t>, Spring Web, </a:t>
            </a:r>
            <a:r>
              <a:rPr lang="en-US" altLang="ko-KR" sz="1600" dirty="0" err="1" smtClean="0"/>
              <a:t>DevTools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Spring Data JPA, H2 </a:t>
            </a:r>
            <a:r>
              <a:rPr lang="en-US" altLang="ko-KR" sz="1600" dirty="0" smtClean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322795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JSP</a:t>
            </a:r>
            <a:r>
              <a:rPr lang="ko-KR" altLang="en-US" b="1" dirty="0" smtClean="0"/>
              <a:t>를 사용하기 위한 라이브러리 추가 및 설정 파일 변경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257" y="1700808"/>
            <a:ext cx="6447079" cy="18137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1173257" y="3717032"/>
            <a:ext cx="7452828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t</a:t>
            </a:r>
            <a:r>
              <a:rPr lang="en-US" altLang="ko-KR" sz="1600" dirty="0" smtClean="0"/>
              <a:t>omcat-embed-jasper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JSP </a:t>
            </a:r>
            <a:r>
              <a:rPr lang="ko-KR" altLang="en-US" sz="1600" dirty="0" smtClean="0"/>
              <a:t>파일을 컴파일 할 때 사용하는 라이브러리이다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 err="1" smtClean="0"/>
              <a:t>application.properties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</a:t>
            </a: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414" y="5085184"/>
            <a:ext cx="6187044" cy="10081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7624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JSP</a:t>
            </a:r>
            <a:r>
              <a:rPr lang="ko-KR" altLang="en-US" b="1" dirty="0" smtClean="0"/>
              <a:t>를 사용하기 위한 설정 추가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700808"/>
            <a:ext cx="2600660" cy="37313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448944" y="1980929"/>
            <a:ext cx="3294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 smtClean="0"/>
              <a:t>webapp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밑에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WEB-INF</a:t>
            </a:r>
            <a:r>
              <a:rPr lang="ko-KR" altLang="en-US" sz="1600" dirty="0" smtClean="0"/>
              <a:t>와 하위에 </a:t>
            </a:r>
            <a:r>
              <a:rPr lang="en-US" altLang="ko-KR" sz="1600" dirty="0" smtClean="0"/>
              <a:t>board </a:t>
            </a:r>
            <a:r>
              <a:rPr lang="ko-KR" altLang="en-US" sz="1600" dirty="0" smtClean="0"/>
              <a:t>폴더를 직접 만들어 줌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435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BoardController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클래스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hello.jsp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704643"/>
            <a:ext cx="4877223" cy="16994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179" y="3650502"/>
            <a:ext cx="6706159" cy="25529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1146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Spring </a:t>
            </a:r>
            <a:r>
              <a:rPr lang="en-US" altLang="ko-KR" b="1" dirty="0"/>
              <a:t>Boot App </a:t>
            </a:r>
            <a:r>
              <a:rPr lang="ko-KR" altLang="en-US" b="1" dirty="0"/>
              <a:t>실행 및 브라우저 </a:t>
            </a:r>
            <a:r>
              <a:rPr lang="ko-KR" altLang="en-US" b="1" dirty="0" smtClean="0"/>
              <a:t>요청</a:t>
            </a:r>
            <a:endParaRPr lang="ko-KR" altLang="en-US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3068960"/>
            <a:ext cx="6953708" cy="19442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772816"/>
            <a:ext cx="2964437" cy="10135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8065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목록 조회하기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b="1" dirty="0" smtClean="0"/>
              <a:t>    Board </a:t>
            </a:r>
            <a:r>
              <a:rPr lang="ko-KR" altLang="en-US" b="1" dirty="0" smtClean="0"/>
              <a:t>클래스 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133" y="2204864"/>
            <a:ext cx="4169661" cy="25373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630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JPA</a:t>
            </a:r>
            <a:r>
              <a:rPr lang="ko-KR" altLang="en-US" b="1" dirty="0" smtClean="0"/>
              <a:t>와 </a:t>
            </a:r>
            <a:r>
              <a:rPr lang="en-US" altLang="ko-KR" b="1" dirty="0" smtClean="0"/>
              <a:t>DB </a:t>
            </a:r>
            <a:r>
              <a:rPr lang="ko-KR" altLang="en-US" b="1" dirty="0" smtClean="0"/>
              <a:t>연동하기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(1) </a:t>
            </a:r>
            <a:r>
              <a:rPr lang="ko-KR" altLang="en-US" dirty="0" smtClean="0"/>
              <a:t>테이블 생성 설정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58"/>
          <a:stretch/>
        </p:blipFill>
        <p:spPr>
          <a:xfrm>
            <a:off x="1399305" y="2204864"/>
            <a:ext cx="6629975" cy="15026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912" y="4504776"/>
            <a:ext cx="7681626" cy="1516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1208584" y="3988346"/>
            <a:ext cx="2924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(2) </a:t>
            </a:r>
            <a:r>
              <a:rPr lang="ko-KR" altLang="en-US" dirty="0" err="1"/>
              <a:t>리포지터리</a:t>
            </a:r>
            <a:r>
              <a:rPr lang="ko-KR" altLang="en-US" dirty="0"/>
              <a:t>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400145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등록 테스트 </a:t>
            </a:r>
            <a:r>
              <a:rPr lang="en-US" altLang="ko-KR" b="1" dirty="0" smtClean="0"/>
              <a:t>– Junit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628800"/>
            <a:ext cx="6515665" cy="42675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4355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등록 테스트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772816"/>
            <a:ext cx="5220153" cy="10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4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getBoardList.jsp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1057266" y="1748167"/>
            <a:ext cx="7201525" cy="2514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4"/>
          <a:stretch/>
        </p:blipFill>
        <p:spPr>
          <a:xfrm>
            <a:off x="876401" y="2276872"/>
            <a:ext cx="8531408" cy="3600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81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getBoardList.jsp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68"/>
          <a:stretch/>
        </p:blipFill>
        <p:spPr>
          <a:xfrm>
            <a:off x="639687" y="1916832"/>
            <a:ext cx="8599437" cy="20162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099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목록 화면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9" y="1844824"/>
            <a:ext cx="7635902" cy="2209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0894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JPA</a:t>
            </a:r>
            <a:r>
              <a:rPr lang="ko-KR" altLang="en-US" b="1" dirty="0" smtClean="0"/>
              <a:t>와 </a:t>
            </a:r>
            <a:r>
              <a:rPr lang="en-US" altLang="ko-KR" b="1" dirty="0" smtClean="0"/>
              <a:t>DB </a:t>
            </a:r>
            <a:r>
              <a:rPr lang="ko-KR" altLang="en-US" b="1" dirty="0" smtClean="0"/>
              <a:t>연동하기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(1) </a:t>
            </a:r>
            <a:r>
              <a:rPr lang="ko-KR" altLang="en-US" dirty="0" err="1" smtClean="0"/>
              <a:t>엔티티</a:t>
            </a:r>
            <a:r>
              <a:rPr lang="ko-KR" altLang="en-US" dirty="0" smtClean="0"/>
              <a:t> 클래스로 변환</a:t>
            </a:r>
            <a:r>
              <a:rPr lang="en-US" altLang="ko-KR" dirty="0"/>
              <a:t> </a:t>
            </a:r>
            <a:r>
              <a:rPr lang="en-US" altLang="ko-KR" dirty="0" smtClean="0"/>
              <a:t>- Board.java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2057404"/>
            <a:ext cx="6803134" cy="42734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1665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 err="1" smtClean="0"/>
              <a:t>엔티티</a:t>
            </a:r>
            <a:r>
              <a:rPr lang="ko-KR" altLang="en-US" dirty="0" smtClean="0"/>
              <a:t> 클래스로 변환</a:t>
            </a:r>
            <a:r>
              <a:rPr lang="en-US" altLang="ko-KR" dirty="0"/>
              <a:t> </a:t>
            </a:r>
            <a:r>
              <a:rPr lang="en-US" altLang="ko-KR" dirty="0" smtClean="0"/>
              <a:t>- Board.java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186103" y="1700808"/>
            <a:ext cx="74528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@Entity </a:t>
            </a:r>
            <a:r>
              <a:rPr lang="en-US" altLang="ko-KR" sz="1600" dirty="0" smtClean="0"/>
              <a:t> : Board </a:t>
            </a:r>
            <a:r>
              <a:rPr lang="ko-KR" altLang="en-US" sz="1600" dirty="0" smtClean="0"/>
              <a:t>클래스를 </a:t>
            </a:r>
            <a:r>
              <a:rPr lang="ko-KR" altLang="en-US" sz="1600" dirty="0" err="1" smtClean="0"/>
              <a:t>엔티티로</a:t>
            </a:r>
            <a:r>
              <a:rPr lang="ko-KR" altLang="en-US" sz="1600" dirty="0" smtClean="0"/>
              <a:t> 처리하기 위해 클래스 위에 를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명시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@Id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seq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변수를 </a:t>
            </a:r>
            <a:r>
              <a:rPr lang="ko-KR" altLang="en-US" sz="1600" dirty="0" err="1" smtClean="0"/>
              <a:t>식별자</a:t>
            </a:r>
            <a:r>
              <a:rPr lang="ko-KR" altLang="en-US" sz="1600" dirty="0" smtClean="0"/>
              <a:t> 필드로 처리하도록 추가함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@</a:t>
            </a:r>
            <a:r>
              <a:rPr lang="en-US" altLang="ko-KR" sz="1600" dirty="0" err="1"/>
              <a:t>GeneratedValue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자동으로 증가된 값 할당 위해 추가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 smtClean="0"/>
              <a:t>@Column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writer, </a:t>
            </a:r>
            <a:r>
              <a:rPr lang="en-US" altLang="ko-KR" sz="1600" dirty="0" err="1" smtClean="0"/>
              <a:t>regDate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cnt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칼럼은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제외하도록 </a:t>
            </a:r>
            <a:r>
              <a:rPr lang="en-US" altLang="ko-KR" sz="1600" dirty="0" smtClean="0"/>
              <a:t>updatable </a:t>
            </a:r>
            <a:r>
              <a:rPr lang="ko-KR" altLang="en-US" sz="1600" dirty="0" smtClean="0"/>
              <a:t>속성 추가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en-US" altLang="ko-KR" sz="1600" dirty="0" err="1" smtClean="0"/>
              <a:t>regDate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cnt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칼럼은 기본값을 설정했으므로 </a:t>
            </a:r>
            <a:r>
              <a:rPr lang="en-US" altLang="ko-KR" sz="1600" dirty="0" err="1" smtClean="0"/>
              <a:t>insertable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속성을 </a:t>
            </a:r>
            <a:r>
              <a:rPr lang="en-US" altLang="ko-KR" sz="1600" dirty="0" smtClean="0"/>
              <a:t>false</a:t>
            </a:r>
            <a:r>
              <a:rPr lang="ko-KR" altLang="en-US" sz="1600" dirty="0" smtClean="0"/>
              <a:t>로 함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 </a:t>
            </a:r>
            <a:r>
              <a:rPr lang="ko-KR" altLang="en-US" sz="1600" dirty="0" smtClean="0"/>
              <a:t>또한 </a:t>
            </a:r>
            <a:r>
              <a:rPr lang="en-US" altLang="ko-KR" sz="1600" dirty="0" smtClean="0"/>
              <a:t>default </a:t>
            </a:r>
            <a:r>
              <a:rPr lang="ko-KR" altLang="en-US" sz="1600" dirty="0" smtClean="0"/>
              <a:t>속성을 추가하여 </a:t>
            </a:r>
            <a:r>
              <a:rPr lang="en-US" altLang="ko-KR" sz="1600" dirty="0" smtClean="0"/>
              <a:t>NULL </a:t>
            </a:r>
            <a:r>
              <a:rPr lang="ko-KR" altLang="en-US" sz="1600" dirty="0" smtClean="0"/>
              <a:t>대신 기본값이 설정되도록 함</a:t>
            </a:r>
            <a:r>
              <a:rPr lang="en-US" altLang="ko-KR" sz="16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489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JPA</a:t>
            </a:r>
            <a:r>
              <a:rPr lang="ko-KR" altLang="en-US" b="1" dirty="0" smtClean="0"/>
              <a:t>와 </a:t>
            </a:r>
            <a:r>
              <a:rPr lang="en-US" altLang="ko-KR" b="1" dirty="0" smtClean="0"/>
              <a:t>DB </a:t>
            </a:r>
            <a:r>
              <a:rPr lang="ko-KR" altLang="en-US" b="1" dirty="0" smtClean="0"/>
              <a:t>연동하기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테이블 생성 설정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58"/>
          <a:stretch/>
        </p:blipFill>
        <p:spPr>
          <a:xfrm>
            <a:off x="1399305" y="2204864"/>
            <a:ext cx="6629975" cy="15026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3275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JPA</a:t>
            </a:r>
            <a:r>
              <a:rPr lang="ko-KR" altLang="en-US" b="1" dirty="0" smtClean="0"/>
              <a:t>와 </a:t>
            </a:r>
            <a:r>
              <a:rPr lang="en-US" altLang="ko-KR" b="1" dirty="0" smtClean="0"/>
              <a:t>DB </a:t>
            </a:r>
            <a:r>
              <a:rPr lang="ko-KR" altLang="en-US" b="1" dirty="0" smtClean="0"/>
              <a:t>연동하기</a:t>
            </a:r>
            <a:endParaRPr lang="en-US" altLang="ko-KR" b="1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1208584" y="1625105"/>
            <a:ext cx="2924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(3) </a:t>
            </a:r>
            <a:r>
              <a:rPr lang="ko-KR" altLang="en-US" dirty="0" err="1"/>
              <a:t>리포지터리</a:t>
            </a:r>
            <a:r>
              <a:rPr lang="ko-KR" altLang="en-US" dirty="0"/>
              <a:t> 인터페이스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99" y="2313789"/>
            <a:ext cx="7346317" cy="19356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167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비즈니스 컴포넌트 만들기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(1) Service </a:t>
            </a:r>
            <a:r>
              <a:rPr lang="ko-KR" altLang="en-US" dirty="0" smtClean="0"/>
              <a:t>인터페이스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3" y="2204864"/>
            <a:ext cx="6219713" cy="33843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453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Service </a:t>
            </a:r>
            <a:r>
              <a:rPr lang="ko-KR" altLang="en-US" b="1" dirty="0" smtClean="0"/>
              <a:t>구현 클래스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662" y="1471155"/>
            <a:ext cx="6418291" cy="48752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937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272" y="1193710"/>
            <a:ext cx="7323455" cy="48314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604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비즈니스 컴포넌트 사용하기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772816"/>
            <a:ext cx="6687234" cy="33123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2192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목록 확인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3" y="1812643"/>
            <a:ext cx="6480720" cy="16560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59" y="4365104"/>
            <a:ext cx="5523435" cy="10081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287759" y="3935693"/>
            <a:ext cx="32331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H2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Board </a:t>
            </a:r>
            <a:r>
              <a:rPr lang="ko-KR" altLang="en-US" sz="1600" dirty="0" smtClean="0"/>
              <a:t>테이블 생성 확인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0781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JSP </a:t>
            </a:r>
            <a:r>
              <a:rPr lang="ko-KR" altLang="en-US" b="1" dirty="0" smtClean="0"/>
              <a:t>화면 디자인 </a:t>
            </a:r>
            <a:r>
              <a:rPr lang="en-US" altLang="ko-KR" b="1" dirty="0" smtClean="0"/>
              <a:t>– style.css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39"/>
          <a:stretch/>
        </p:blipFill>
        <p:spPr>
          <a:xfrm>
            <a:off x="848544" y="2780928"/>
            <a:ext cx="8331887" cy="29523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4" y="1726366"/>
            <a:ext cx="6019873" cy="7920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8377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JSP </a:t>
            </a:r>
            <a:r>
              <a:rPr lang="ko-KR" altLang="en-US" b="1" dirty="0" smtClean="0"/>
              <a:t>화면 디자인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css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사용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88"/>
          <a:stretch/>
        </p:blipFill>
        <p:spPr>
          <a:xfrm>
            <a:off x="992560" y="1628800"/>
            <a:ext cx="8064250" cy="30963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72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쓰기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09" y="2276872"/>
            <a:ext cx="7078235" cy="1512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287759" y="1747555"/>
            <a:ext cx="4025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/>
              <a:t>ddl</a:t>
            </a:r>
            <a:r>
              <a:rPr lang="en-US" altLang="ko-KR" sz="1600" dirty="0" smtClean="0"/>
              <a:t>-auto </a:t>
            </a:r>
            <a:r>
              <a:rPr lang="ko-KR" altLang="en-US" sz="1600" dirty="0" smtClean="0"/>
              <a:t>설정을 </a:t>
            </a:r>
            <a:r>
              <a:rPr lang="en-US" altLang="ko-KR" sz="1600" dirty="0" smtClean="0"/>
              <a:t>update</a:t>
            </a:r>
            <a:r>
              <a:rPr lang="ko-KR" altLang="en-US" sz="1600" dirty="0" smtClean="0"/>
              <a:t>로 변경함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9115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쓰기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(1) </a:t>
            </a:r>
            <a:r>
              <a:rPr lang="en-US" altLang="ko-KR" dirty="0" err="1" smtClean="0"/>
              <a:t>BoardController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작성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19" y="3573016"/>
            <a:ext cx="5997488" cy="27585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01" y="2083241"/>
            <a:ext cx="6003506" cy="13222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7973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쓰기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등록 화면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996" y="3429000"/>
            <a:ext cx="5766462" cy="29523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996" y="2041584"/>
            <a:ext cx="3801076" cy="12511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040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쓰기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목</a:t>
            </a:r>
            <a:r>
              <a:rPr lang="ko-KR" altLang="en-US" dirty="0"/>
              <a:t>록</a:t>
            </a:r>
            <a:r>
              <a:rPr lang="ko-KR" altLang="en-US" dirty="0" smtClean="0"/>
              <a:t> 화면</a:t>
            </a:r>
            <a:endParaRPr lang="en-US" altLang="ko-KR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530" y="2522140"/>
            <a:ext cx="7132939" cy="18137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771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쓰기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등</a:t>
            </a:r>
            <a:r>
              <a:rPr lang="ko-KR" altLang="en-US" dirty="0"/>
              <a:t>록</a:t>
            </a:r>
            <a:r>
              <a:rPr lang="ko-KR" altLang="en-US" dirty="0" smtClean="0"/>
              <a:t> 화면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insertBoard.jsp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359" y="2204864"/>
            <a:ext cx="7574937" cy="35588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252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쓰기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등</a:t>
            </a:r>
            <a:r>
              <a:rPr lang="ko-KR" altLang="en-US" dirty="0"/>
              <a:t>록</a:t>
            </a:r>
            <a:r>
              <a:rPr lang="ko-KR" altLang="en-US" dirty="0" smtClean="0"/>
              <a:t> 화면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insertBoard.jsp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309" y="2276872"/>
            <a:ext cx="7788315" cy="28882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3720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상세 조회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상세 조회 처리 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984" y="2180227"/>
            <a:ext cx="6534354" cy="18248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984" y="4293096"/>
            <a:ext cx="6534354" cy="13694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063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상세 조회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상세 조회 처리 </a:t>
            </a:r>
            <a:endParaRPr lang="en-US" altLang="ko-KR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959" y="2536729"/>
            <a:ext cx="7452456" cy="19584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357536" y="2183773"/>
            <a:ext cx="4025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제목에 링크 걸기 </a:t>
            </a:r>
            <a:r>
              <a:rPr lang="en-US" altLang="ko-KR" sz="1600" dirty="0" smtClean="0"/>
              <a:t>– </a:t>
            </a:r>
            <a:r>
              <a:rPr lang="ko-KR" altLang="en-US" sz="1600" dirty="0" smtClean="0"/>
              <a:t>상세 화면 이동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928" y="4242995"/>
            <a:ext cx="4185504" cy="22151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751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상세 조회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상세 조회 화면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getBoard.jsp</a:t>
            </a:r>
            <a:endParaRPr lang="en-US" altLang="ko-KR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2132856"/>
            <a:ext cx="6048672" cy="41606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435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상세 조회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상세 조회 화면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getBoard.jsp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2053956"/>
            <a:ext cx="8198693" cy="42992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4805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상세 조회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상세 조회 화면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getBoard.jsp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4" y="2159225"/>
            <a:ext cx="8710415" cy="35283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6652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삭제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(1) </a:t>
            </a:r>
            <a:r>
              <a:rPr lang="ko-KR" altLang="en-US" dirty="0" smtClean="0"/>
              <a:t>글 삭제 처리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788" y="4005064"/>
            <a:ext cx="6738991" cy="15947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788" y="2276872"/>
            <a:ext cx="6598697" cy="1440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935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삭제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글 삭제 화면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2132856"/>
            <a:ext cx="5669372" cy="38164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0550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수정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(1) </a:t>
            </a:r>
            <a:r>
              <a:rPr lang="ko-KR" altLang="en-US" dirty="0" smtClean="0"/>
              <a:t>글 수정 처리</a:t>
            </a:r>
            <a:endParaRPr lang="en-US" altLang="ko-KR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913" y="4437112"/>
            <a:ext cx="5809360" cy="16515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2204864"/>
            <a:ext cx="7536836" cy="20162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4250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수정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글 수정 화면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2204864"/>
            <a:ext cx="7992888" cy="19779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20" y="4331817"/>
            <a:ext cx="3667917" cy="19205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370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수정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글 수정 화면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56" y="2204865"/>
            <a:ext cx="5976664" cy="40649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279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조회수 증가</a:t>
            </a:r>
            <a:endParaRPr lang="en-US" altLang="ko-KR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702" y="1772816"/>
            <a:ext cx="7300593" cy="29415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9043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조회수 증가</a:t>
            </a:r>
            <a:endParaRPr lang="en-US" altLang="ko-KR" b="1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77" y="3573016"/>
            <a:ext cx="5867909" cy="15088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1628800"/>
            <a:ext cx="8280920" cy="16546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753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조회수 증가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700808"/>
            <a:ext cx="6640737" cy="20162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3204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글번호</a:t>
            </a:r>
            <a:r>
              <a:rPr lang="ko-KR" altLang="en-US" b="1" dirty="0" smtClean="0"/>
              <a:t> 내림차순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7" y="1628800"/>
            <a:ext cx="7643523" cy="2903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237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글번호</a:t>
            </a:r>
            <a:r>
              <a:rPr lang="ko-KR" altLang="en-US" b="1" dirty="0" smtClean="0"/>
              <a:t> 내림차순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4" y="1772816"/>
            <a:ext cx="8536112" cy="18902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319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인덱스 화면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8" y="1700808"/>
            <a:ext cx="4464496" cy="43518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55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인덱스 화면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700808"/>
            <a:ext cx="6172735" cy="22099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4114395"/>
            <a:ext cx="4248472" cy="11784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4202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12214</TotalTime>
  <Words>669</Words>
  <Application>Microsoft Office PowerPoint</Application>
  <PresentationFormat>A4 용지(210x297mm)</PresentationFormat>
  <Paragraphs>165</Paragraphs>
  <Slides>48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5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4장. 화면 개발 - JSP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827</cp:revision>
  <dcterms:created xsi:type="dcterms:W3CDTF">2019-03-04T02:36:55Z</dcterms:created>
  <dcterms:modified xsi:type="dcterms:W3CDTF">2025-10-10T07:59:00Z</dcterms:modified>
</cp:coreProperties>
</file>