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426" r:id="rId3"/>
    <p:sldId id="433" r:id="rId4"/>
    <p:sldId id="434" r:id="rId5"/>
    <p:sldId id="436" r:id="rId6"/>
    <p:sldId id="432" r:id="rId7"/>
    <p:sldId id="437" r:id="rId8"/>
    <p:sldId id="435" r:id="rId9"/>
    <p:sldId id="438" r:id="rId10"/>
    <p:sldId id="439" r:id="rId11"/>
    <p:sldId id="440" r:id="rId12"/>
    <p:sldId id="441" r:id="rId13"/>
    <p:sldId id="442" r:id="rId14"/>
    <p:sldId id="443" r:id="rId15"/>
    <p:sldId id="444" r:id="rId16"/>
    <p:sldId id="446" r:id="rId17"/>
    <p:sldId id="445" r:id="rId18"/>
    <p:sldId id="427" r:id="rId19"/>
    <p:sldId id="428" r:id="rId20"/>
    <p:sldId id="430" r:id="rId21"/>
    <p:sldId id="431" r:id="rId2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94660"/>
  </p:normalViewPr>
  <p:slideViewPr>
    <p:cSldViewPr>
      <p:cViewPr varScale="1">
        <p:scale>
          <a:sx n="88" d="100"/>
          <a:sy n="88" d="100"/>
        </p:scale>
        <p:origin x="850" y="8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6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처리와 검색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6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pagination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en-US" altLang="ko-KR" sz="2800" dirty="0" err="1" smtClean="0"/>
              <a:t>GuestBook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프로젝트 생성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guestbook </a:t>
            </a:r>
            <a:r>
              <a:rPr lang="ko-KR" altLang="en-US" sz="2000" b="1" dirty="0" smtClean="0"/>
              <a:t>프로젝트 생성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844824"/>
            <a:ext cx="4427604" cy="28425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5693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en-US" altLang="ko-KR" sz="2800" dirty="0" err="1" smtClean="0"/>
              <a:t>GuestBook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프로젝트 생성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guestbook </a:t>
            </a:r>
            <a:r>
              <a:rPr lang="ko-KR" altLang="en-US" sz="2000" b="1" dirty="0" smtClean="0"/>
              <a:t>프로젝트 생성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700808"/>
            <a:ext cx="7430144" cy="27815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602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en-US" altLang="ko-KR" sz="2800" dirty="0" err="1" smtClean="0"/>
              <a:t>GuestBook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프로젝트 생성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guestbook </a:t>
            </a:r>
            <a:r>
              <a:rPr lang="ko-KR" altLang="en-US" sz="2000" b="1" dirty="0" smtClean="0"/>
              <a:t>프로젝트 생성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17" y="1844824"/>
            <a:ext cx="2717077" cy="26725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0726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en-US" altLang="ko-KR" sz="2800" dirty="0" err="1" smtClean="0"/>
              <a:t>GuestBook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프로젝트 생성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MainController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700808"/>
            <a:ext cx="4176122" cy="19585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3789040"/>
            <a:ext cx="6591872" cy="22252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128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93" b="52774"/>
          <a:stretch/>
        </p:blipFill>
        <p:spPr>
          <a:xfrm>
            <a:off x="1245161" y="1268760"/>
            <a:ext cx="6410435" cy="21701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62" y="3717032"/>
            <a:ext cx="6393734" cy="22861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912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en-US" altLang="ko-KR" sz="2800" dirty="0" err="1" smtClean="0"/>
              <a:t>GuestBook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프로젝트 생성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GuestbookController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3" y="1762876"/>
            <a:ext cx="7389281" cy="23862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3" y="4349282"/>
            <a:ext cx="6835733" cy="19966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903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자동으로 처리되는 날짜 </a:t>
            </a:r>
            <a:r>
              <a:rPr lang="en-US" altLang="ko-KR" sz="2000" b="1" dirty="0" smtClean="0"/>
              <a:t>/ </a:t>
            </a:r>
            <a:r>
              <a:rPr lang="ko-KR" altLang="en-US" sz="2000" b="1" dirty="0" smtClean="0"/>
              <a:t>시간 설정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543432"/>
            <a:ext cx="828092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ko-KR" altLang="en-US" sz="1600" dirty="0" err="1" smtClean="0"/>
              <a:t>엔티티</a:t>
            </a:r>
            <a:r>
              <a:rPr lang="ko-KR" altLang="en-US" sz="1600" dirty="0" smtClean="0"/>
              <a:t> 객체의 등록 시간과 최종 수정 시간을 담당하게 될 </a:t>
            </a:r>
            <a:r>
              <a:rPr lang="en-US" altLang="ko-KR" sz="1600" dirty="0" err="1" smtClean="0"/>
              <a:t>BaseEntity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클래스를 추상 클래스로 작성함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22"/>
          <a:stretch/>
        </p:blipFill>
        <p:spPr>
          <a:xfrm>
            <a:off x="1163571" y="2564904"/>
            <a:ext cx="7986453" cy="27677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7364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자동으로 처리되는 날짜 </a:t>
            </a:r>
            <a:r>
              <a:rPr lang="en-US" altLang="ko-KR" sz="2000" b="1" dirty="0" smtClean="0"/>
              <a:t>/ </a:t>
            </a:r>
            <a:r>
              <a:rPr lang="ko-KR" altLang="en-US" sz="2000" b="1" dirty="0" smtClean="0"/>
              <a:t>시간 설정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78"/>
          <a:stretch/>
        </p:blipFill>
        <p:spPr>
          <a:xfrm>
            <a:off x="1080863" y="1767137"/>
            <a:ext cx="7986453" cy="30010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288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EnableJpaAuditing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설정 추가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2420888"/>
            <a:ext cx="7292972" cy="21947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36576" y="1543432"/>
            <a:ext cx="828092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/>
              <a:t>AuditingEntityListener</a:t>
            </a:r>
            <a:r>
              <a:rPr lang="ko-KR" altLang="en-US" sz="1600" dirty="0" smtClean="0"/>
              <a:t>를 활성화 시키기 위해서는 프로젝트에 </a:t>
            </a:r>
            <a:r>
              <a:rPr lang="en-US" altLang="ko-KR" sz="1600" b="1" dirty="0"/>
              <a:t>@</a:t>
            </a:r>
            <a:r>
              <a:rPr lang="en-US" altLang="ko-KR" sz="1600" b="1" dirty="0" err="1" smtClean="0"/>
              <a:t>EnableJpaAuditing</a:t>
            </a:r>
            <a:r>
              <a:rPr lang="ko-KR" altLang="en-US" sz="1600" dirty="0" smtClean="0"/>
              <a:t>을 추가함 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271119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Guestbook </a:t>
            </a: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클래스 생성 </a:t>
            </a:r>
            <a:r>
              <a:rPr lang="en-US" altLang="ko-KR" sz="2000" b="1" dirty="0" smtClean="0"/>
              <a:t>– </a:t>
            </a:r>
            <a:r>
              <a:rPr lang="en-US" altLang="ko-KR" sz="2000" b="1" dirty="0" err="1" smtClean="0"/>
              <a:t>BaseEntity</a:t>
            </a:r>
            <a:r>
              <a:rPr lang="ko-KR" altLang="en-US" sz="2000" b="1" dirty="0" smtClean="0"/>
              <a:t>를 상속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56" y="1556792"/>
            <a:ext cx="6454700" cy="46028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665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/>
              <a:t>GuestbookRepository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인터페이스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0" y="1844824"/>
            <a:ext cx="8192210" cy="23852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3376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/>
              <a:t>GuestbookRepositoryTest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클래스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628800"/>
            <a:ext cx="7353938" cy="45952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374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/>
              <a:t>GuestbookRepositoryTest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클래스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700808"/>
            <a:ext cx="7117697" cy="38179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730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수정 시간 테스트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501933"/>
            <a:ext cx="5832648" cy="4794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748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수정 시간 테스트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80" y="1700808"/>
            <a:ext cx="7132939" cy="32921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37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수정 시간 테스트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916832"/>
            <a:ext cx="7216766" cy="13717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33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서비스 계층과 </a:t>
            </a:r>
            <a:r>
              <a:rPr lang="en-US" altLang="ko-KR" sz="2000" b="1" dirty="0" smtClean="0"/>
              <a:t>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0" y="1628800"/>
            <a:ext cx="5441152" cy="42370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621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서비스 계층과 </a:t>
            </a:r>
            <a:r>
              <a:rPr lang="en-US" altLang="ko-KR" sz="2000" b="1" dirty="0" smtClean="0"/>
              <a:t>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634885"/>
            <a:ext cx="6378493" cy="42675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532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서비스 계층과 </a:t>
            </a:r>
            <a:r>
              <a:rPr lang="en-US" altLang="ko-KR" sz="2000" b="1" dirty="0" smtClean="0"/>
              <a:t>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99" y="1700807"/>
            <a:ext cx="6881457" cy="3703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001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/>
              <a:t> </a:t>
            </a:r>
            <a:r>
              <a:rPr lang="en-US" altLang="ko-KR" sz="2800" dirty="0" smtClean="0"/>
              <a:t> </a:t>
            </a:r>
            <a:r>
              <a:rPr lang="ko-KR" altLang="en-US" sz="2800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페이지 처리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서비스 계층과 </a:t>
            </a:r>
            <a:r>
              <a:rPr lang="en-US" altLang="ko-KR" sz="2000" b="1" dirty="0" smtClean="0"/>
              <a:t>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78" y="1844824"/>
            <a:ext cx="9352250" cy="10941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1" y="3186201"/>
            <a:ext cx="7300593" cy="17298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410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14394</TotalTime>
  <Words>161</Words>
  <Application>Microsoft Office PowerPoint</Application>
  <PresentationFormat>A4 용지(210x297mm)</PresentationFormat>
  <Paragraphs>44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6장. 페이지 처리와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927</cp:revision>
  <dcterms:created xsi:type="dcterms:W3CDTF">2019-03-04T02:36:55Z</dcterms:created>
  <dcterms:modified xsi:type="dcterms:W3CDTF">2025-10-10T07:57:34Z</dcterms:modified>
</cp:coreProperties>
</file>