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256" r:id="rId2"/>
    <p:sldId id="413" r:id="rId3"/>
    <p:sldId id="412" r:id="rId4"/>
    <p:sldId id="414" r:id="rId5"/>
    <p:sldId id="415" r:id="rId6"/>
    <p:sldId id="419" r:id="rId7"/>
    <p:sldId id="420" r:id="rId8"/>
    <p:sldId id="416" r:id="rId9"/>
    <p:sldId id="417" r:id="rId10"/>
    <p:sldId id="418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39" r:id="rId24"/>
    <p:sldId id="433" r:id="rId25"/>
    <p:sldId id="434" r:id="rId26"/>
    <p:sldId id="441" r:id="rId27"/>
    <p:sldId id="435" r:id="rId28"/>
    <p:sldId id="445" r:id="rId29"/>
    <p:sldId id="442" r:id="rId30"/>
    <p:sldId id="436" r:id="rId31"/>
    <p:sldId id="437" r:id="rId32"/>
    <p:sldId id="444" r:id="rId33"/>
    <p:sldId id="440" r:id="rId34"/>
    <p:sldId id="443" r:id="rId35"/>
    <p:sldId id="438" r:id="rId3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4" autoAdjust="0"/>
    <p:restoredTop sz="94660"/>
  </p:normalViewPr>
  <p:slideViewPr>
    <p:cSldViewPr>
      <p:cViewPr varScale="1">
        <p:scale>
          <a:sx n="88" d="100"/>
          <a:sy n="88" d="100"/>
        </p:scale>
        <p:origin x="974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4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및 게시판 관리 시스템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Member And Board</a:t>
            </a:r>
            <a:endParaRPr lang="ko-KR" altLang="en-US" sz="18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196752"/>
            <a:ext cx="4729546" cy="469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2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8544" y="1042004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계층 구조도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56534"/>
            <a:ext cx="3624526" cy="4536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048" y="1656535"/>
            <a:ext cx="3087115" cy="4536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생성 및 기본 설정 </a:t>
            </a:r>
            <a:endParaRPr lang="ko-KR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925108" y="1844824"/>
            <a:ext cx="324036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[New] -&gt; [Spring Starter Project]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925108" y="2348880"/>
            <a:ext cx="3456384" cy="25853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Name – </a:t>
            </a:r>
            <a:r>
              <a:rPr lang="en-US" altLang="ko-KR" dirty="0" smtClean="0"/>
              <a:t>Members 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Type - Maven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Packing – Jar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Java Version – 21 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Group </a:t>
            </a:r>
            <a:r>
              <a:rPr lang="en-US" altLang="ko-KR" dirty="0"/>
              <a:t>– </a:t>
            </a:r>
            <a:r>
              <a:rPr lang="en-US" altLang="ko-KR" dirty="0" err="1" smtClean="0"/>
              <a:t>com.springboot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Package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com.springboot.jpa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893518"/>
            <a:ext cx="445974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8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생성 및 기본 설정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51721"/>
            <a:ext cx="4824536" cy="36266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0605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JPA </a:t>
            </a:r>
            <a:r>
              <a:rPr lang="ko-KR" altLang="en-US" sz="2000" b="1" dirty="0" smtClean="0"/>
              <a:t>및 </a:t>
            </a:r>
            <a:r>
              <a:rPr lang="en-US" altLang="ko-KR" sz="2000" b="1" dirty="0" smtClean="0"/>
              <a:t>MySQL </a:t>
            </a:r>
            <a:r>
              <a:rPr lang="ko-KR" altLang="en-US" sz="2000" b="1" dirty="0" smtClean="0"/>
              <a:t>설정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677998"/>
            <a:ext cx="8745457" cy="26619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244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HomeController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77998"/>
            <a:ext cx="4211524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9429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</a:t>
            </a:r>
            <a:r>
              <a:rPr lang="en-US" altLang="ko-KR" sz="2000" b="1" dirty="0" smtClean="0"/>
              <a:t>ndex.html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791224" cy="4896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9534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style.css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56792"/>
            <a:ext cx="5186249" cy="48505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269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style.css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56792"/>
            <a:ext cx="4202159" cy="46751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64" y="2420888"/>
            <a:ext cx="3744416" cy="27582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676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MemberDTO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4495964" cy="31317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455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14916"/>
          <a:stretch/>
        </p:blipFill>
        <p:spPr>
          <a:xfrm>
            <a:off x="1352600" y="1556792"/>
            <a:ext cx="6601667" cy="42484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671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Member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6181472" cy="41918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082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MemberRepository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1677998"/>
            <a:ext cx="9078906" cy="1440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360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556792"/>
            <a:ext cx="7873253" cy="4712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991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1556792"/>
            <a:ext cx="9407708" cy="33908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1067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556792"/>
            <a:ext cx="9318176" cy="37672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8325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477444"/>
            <a:ext cx="5774242" cy="49038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0845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6457176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173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948" y="1556792"/>
            <a:ext cx="6224340" cy="47041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5043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7102444" cy="43633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877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1340768"/>
            <a:ext cx="4984289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8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j</a:t>
            </a:r>
            <a:r>
              <a:rPr lang="en-US" altLang="ko-KR" sz="2000" b="1" dirty="0" smtClean="0"/>
              <a:t>oin.html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833152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046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j</a:t>
            </a:r>
            <a:r>
              <a:rPr lang="en-US" altLang="ko-KR" sz="2000" b="1" dirty="0" smtClean="0"/>
              <a:t>oin.html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70100"/>
            <a:ext cx="8483422" cy="40631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0441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268760"/>
            <a:ext cx="6870197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list.html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556792"/>
            <a:ext cx="8336399" cy="48562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208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556792"/>
            <a:ext cx="4552505" cy="3672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세션이 </a:t>
            </a:r>
            <a:r>
              <a:rPr lang="ko-KR" altLang="en-US" sz="2000" b="1" dirty="0"/>
              <a:t>있</a:t>
            </a:r>
            <a:r>
              <a:rPr lang="ko-KR" altLang="en-US" sz="2000" b="1" dirty="0" smtClean="0"/>
              <a:t>는 경우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8088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세션이 </a:t>
            </a:r>
            <a:r>
              <a:rPr lang="ko-KR" altLang="en-US" sz="2000" b="1" dirty="0"/>
              <a:t>없</a:t>
            </a:r>
            <a:r>
              <a:rPr lang="ko-KR" altLang="en-US" sz="2000" b="1" dirty="0" smtClean="0"/>
              <a:t>는 경우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628800"/>
            <a:ext cx="4400754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0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info.html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6840760" cy="45779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7097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info.html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362" y="1556792"/>
            <a:ext cx="7298306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074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로그인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24" y="1700808"/>
            <a:ext cx="4219203" cy="280771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1916832"/>
            <a:ext cx="4063501" cy="2663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72680" y="4508523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/>
              <a:t>회원 가입 후 이동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62882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로그인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67112"/>
            <a:ext cx="4152238" cy="219778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048" y="2996952"/>
            <a:ext cx="3960441" cy="20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8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login.html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841514" cy="49685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2850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로그아웃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81" y="1677999"/>
            <a:ext cx="4410866" cy="41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7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errorPage.html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5976"/>
            <a:ext cx="6481116" cy="16510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694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14161</TotalTime>
  <Words>297</Words>
  <Application>Microsoft Office PowerPoint</Application>
  <PresentationFormat>A4 용지(210x297mm)</PresentationFormat>
  <Paragraphs>76</Paragraphs>
  <Slides>35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4장. 회원 및 게시판 관리 시스템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905</cp:revision>
  <dcterms:created xsi:type="dcterms:W3CDTF">2019-03-04T02:36:55Z</dcterms:created>
  <dcterms:modified xsi:type="dcterms:W3CDTF">2025-10-26T22:04:52Z</dcterms:modified>
</cp:coreProperties>
</file>