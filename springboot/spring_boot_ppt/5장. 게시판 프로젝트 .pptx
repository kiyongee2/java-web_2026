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472" r:id="rId3"/>
    <p:sldId id="474" r:id="rId4"/>
    <p:sldId id="413" r:id="rId5"/>
    <p:sldId id="478" r:id="rId6"/>
    <p:sldId id="421" r:id="rId7"/>
    <p:sldId id="422" r:id="rId8"/>
    <p:sldId id="423" r:id="rId9"/>
    <p:sldId id="424" r:id="rId10"/>
    <p:sldId id="425" r:id="rId11"/>
    <p:sldId id="446" r:id="rId12"/>
    <p:sldId id="447" r:id="rId13"/>
    <p:sldId id="428" r:id="rId14"/>
    <p:sldId id="448" r:id="rId15"/>
    <p:sldId id="449" r:id="rId16"/>
    <p:sldId id="450" r:id="rId17"/>
    <p:sldId id="473" r:id="rId18"/>
    <p:sldId id="444" r:id="rId19"/>
    <p:sldId id="445" r:id="rId20"/>
    <p:sldId id="439" r:id="rId21"/>
    <p:sldId id="451" r:id="rId22"/>
    <p:sldId id="434" r:id="rId23"/>
    <p:sldId id="441" r:id="rId24"/>
    <p:sldId id="453" r:id="rId25"/>
    <p:sldId id="435" r:id="rId26"/>
    <p:sldId id="442" r:id="rId27"/>
    <p:sldId id="452" r:id="rId28"/>
    <p:sldId id="437" r:id="rId29"/>
    <p:sldId id="440" r:id="rId30"/>
    <p:sldId id="454" r:id="rId31"/>
    <p:sldId id="455" r:id="rId32"/>
    <p:sldId id="456" r:id="rId33"/>
    <p:sldId id="443" r:id="rId34"/>
    <p:sldId id="457" r:id="rId35"/>
    <p:sldId id="458" r:id="rId36"/>
    <p:sldId id="459" r:id="rId37"/>
    <p:sldId id="460" r:id="rId38"/>
    <p:sldId id="462" r:id="rId39"/>
    <p:sldId id="463" r:id="rId40"/>
    <p:sldId id="465" r:id="rId41"/>
    <p:sldId id="466" r:id="rId42"/>
    <p:sldId id="467" r:id="rId43"/>
    <p:sldId id="469" r:id="rId44"/>
    <p:sldId id="468" r:id="rId45"/>
    <p:sldId id="471" r:id="rId46"/>
    <p:sldId id="470" r:id="rId4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34" autoAdjust="0"/>
    <p:restoredTop sz="94660"/>
  </p:normalViewPr>
  <p:slideViewPr>
    <p:cSldViewPr>
      <p:cViewPr varScale="1">
        <p:scale>
          <a:sx n="88" d="100"/>
          <a:sy n="88" d="100"/>
        </p:scale>
        <p:origin x="974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5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및 게시판 관리 시스템</a:t>
            </a:r>
            <a:endParaRPr lang="ko-KR" altLang="en-US" sz="28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Member And Board</a:t>
            </a:r>
            <a:endParaRPr lang="ko-KR" altLang="en-US" sz="18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1196752"/>
            <a:ext cx="4729546" cy="469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2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i</a:t>
            </a:r>
            <a:r>
              <a:rPr lang="en-US" altLang="ko-KR" sz="2000" b="1" dirty="0" smtClean="0"/>
              <a:t>ndex.html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7772929" cy="48572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5110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052736"/>
            <a:ext cx="6120680" cy="452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2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1368872"/>
            <a:ext cx="5326063" cy="450840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Validation </a:t>
            </a:r>
            <a:r>
              <a:rPr lang="ko-KR" altLang="en-US" sz="2000" b="1" dirty="0" smtClean="0"/>
              <a:t>구현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4108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BoardDTO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7" y="1628800"/>
            <a:ext cx="5326248" cy="41272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455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Board Entity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7" y="1556792"/>
            <a:ext cx="6097583" cy="3960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8671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Board Entity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3"/>
            <a:ext cx="6181680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082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BoardRepository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686220"/>
            <a:ext cx="8670578" cy="19114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360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BoardService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6927889" cy="46448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9991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BoardService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7325231" cy="47525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1819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BoardService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2625"/>
            <a:ext cx="7553263" cy="49007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052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361" y="1524854"/>
            <a:ext cx="4897783" cy="50004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0845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14322"/>
          <a:stretch/>
        </p:blipFill>
        <p:spPr>
          <a:xfrm>
            <a:off x="1259097" y="1556791"/>
            <a:ext cx="6502215" cy="38228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2967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556792"/>
            <a:ext cx="7344816" cy="47781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885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27492"/>
          <a:stretch/>
        </p:blipFill>
        <p:spPr>
          <a:xfrm>
            <a:off x="1386134" y="1556792"/>
            <a:ext cx="6845699" cy="40803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6628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BoardController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5796747" cy="48959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168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1761281"/>
            <a:ext cx="5092586" cy="15841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410" y="3345457"/>
            <a:ext cx="3679062" cy="2448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글쓰기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세션이 없는 경우</a:t>
            </a:r>
            <a:r>
              <a:rPr lang="en-US" altLang="ko-KR" sz="2000" b="1" dirty="0" smtClean="0"/>
              <a:t>)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577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style.css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4119215" cy="45752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968" y="2420888"/>
            <a:ext cx="4785154" cy="31683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8739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write.html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1" y="1628800"/>
            <a:ext cx="7929005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7046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write.html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7244879" cy="47175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2938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6342579" cy="3047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664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list.html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971" y="1484784"/>
            <a:ext cx="8632541" cy="48570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208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772816"/>
            <a:ext cx="5715242" cy="45656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세션이 </a:t>
            </a:r>
            <a:r>
              <a:rPr lang="ko-KR" altLang="en-US" sz="2000" b="1" dirty="0"/>
              <a:t>있</a:t>
            </a:r>
            <a:r>
              <a:rPr lang="ko-KR" altLang="en-US" sz="2000" b="1" dirty="0" smtClean="0"/>
              <a:t>는 경우 </a:t>
            </a:r>
            <a:endParaRPr lang="ko-KR" altLang="en-US" sz="2000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1424608" y="5445224"/>
            <a:ext cx="3168352" cy="576064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93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56" y="1772816"/>
            <a:ext cx="5228313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세션이 없는 경우 </a:t>
            </a:r>
            <a:endParaRPr lang="ko-KR" altLang="en-US" sz="20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1424608" y="5157192"/>
            <a:ext cx="3168352" cy="576064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88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detail.html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1" y="1556792"/>
            <a:ext cx="8691117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7097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detail.html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12" y="1628800"/>
            <a:ext cx="9072482" cy="29523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314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56" y="1268760"/>
            <a:ext cx="5561700" cy="45909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2882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update.html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657363"/>
            <a:ext cx="8443696" cy="43881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2850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update.html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77998"/>
            <a:ext cx="8067767" cy="29007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063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052736"/>
            <a:ext cx="5888677" cy="52874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4436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테스트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페이지 처리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47613"/>
            <a:ext cx="5225476" cy="43199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7315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77998"/>
            <a:ext cx="5472608" cy="39077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테스트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페이지 처리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5217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pages.html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556792"/>
            <a:ext cx="9014274" cy="43924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4381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pages.html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44" y="1452846"/>
            <a:ext cx="8839039" cy="48964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7444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페이지 처리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글 목록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상세보기 수정  </a:t>
            </a:r>
            <a:endParaRPr lang="ko-KR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208584" y="1556792"/>
            <a:ext cx="1325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</a:t>
            </a:r>
            <a:r>
              <a:rPr lang="en-US" altLang="ko-KR" dirty="0" smtClean="0"/>
              <a:t>ages.html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92410" y="4077072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detail.html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14" y="4509120"/>
            <a:ext cx="8095290" cy="13503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b="29484"/>
          <a:stretch/>
        </p:blipFill>
        <p:spPr>
          <a:xfrm>
            <a:off x="1325497" y="1988840"/>
            <a:ext cx="8164007" cy="16982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모서리가 둥근 직사각형 8"/>
          <p:cNvSpPr/>
          <p:nvPr/>
        </p:nvSpPr>
        <p:spPr>
          <a:xfrm>
            <a:off x="5673080" y="2492896"/>
            <a:ext cx="3744416" cy="576064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2534524" y="5445224"/>
            <a:ext cx="3744416" cy="576064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96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페이지 처리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상세보기 수정  </a:t>
            </a:r>
            <a:endParaRPr lang="ko-KR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294664" y="1556792"/>
            <a:ext cx="193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BoardController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7" y="2060848"/>
            <a:ext cx="6933271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" name="모서리가 둥근 직사각형 11"/>
          <p:cNvSpPr/>
          <p:nvPr/>
        </p:nvSpPr>
        <p:spPr>
          <a:xfrm>
            <a:off x="2216696" y="2492896"/>
            <a:ext cx="5184576" cy="360040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2216696" y="4581128"/>
            <a:ext cx="6336704" cy="360040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6897216" y="2852936"/>
            <a:ext cx="0" cy="1728192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06794" y="3532946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mtClean="0"/>
              <a:t>모델로 저장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284204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556792"/>
            <a:ext cx="6053614" cy="28083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4565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제목만 검색 </a:t>
            </a:r>
            <a:r>
              <a:rPr lang="en-US" altLang="ko-KR" sz="2000" b="1" dirty="0" smtClean="0"/>
              <a:t>– pages.html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6984776" cy="21212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48544" y="4138327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목록 </a:t>
            </a:r>
            <a:r>
              <a:rPr lang="en-US" altLang="ko-KR" sz="2000" b="1" dirty="0" smtClean="0"/>
              <a:t>- Repository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70" y="4653136"/>
            <a:ext cx="8659134" cy="8072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99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목록 </a:t>
            </a:r>
            <a:r>
              <a:rPr lang="en-US" altLang="ko-KR" sz="2000" b="1" dirty="0" smtClean="0"/>
              <a:t>- Service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677998"/>
            <a:ext cx="9073008" cy="26996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367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목록 </a:t>
            </a:r>
            <a:r>
              <a:rPr lang="en-US" altLang="ko-KR" sz="2000" b="1" dirty="0" smtClean="0"/>
              <a:t>- Controller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688" y="4581128"/>
            <a:ext cx="5889552" cy="16954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88" y="1601425"/>
            <a:ext cx="8086797" cy="29076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9249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게시글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검색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008" y="1196753"/>
            <a:ext cx="6180280" cy="304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2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게시글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검색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제목과 내용 검색 </a:t>
            </a:r>
            <a:r>
              <a:rPr lang="en-US" altLang="ko-KR" sz="2000" b="1" dirty="0" smtClean="0"/>
              <a:t>– pages.html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556792"/>
            <a:ext cx="7416824" cy="30275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28" y="5280091"/>
            <a:ext cx="8928992" cy="8132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48544" y="4797152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목록 </a:t>
            </a:r>
            <a:r>
              <a:rPr lang="en-US" altLang="ko-KR" sz="2000" b="1" dirty="0" smtClean="0"/>
              <a:t>- Repository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9075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게시글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검색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목록 </a:t>
            </a:r>
            <a:r>
              <a:rPr lang="en-US" altLang="ko-KR" sz="2000" b="1" dirty="0" smtClean="0"/>
              <a:t>- Controller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644881"/>
            <a:ext cx="8400885" cy="37645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7096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목록 </a:t>
            </a:r>
            <a:r>
              <a:rPr lang="en-US" altLang="ko-KR" sz="2000" b="1" dirty="0" smtClean="0"/>
              <a:t>- Controller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6336704" cy="21922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259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및 게시판 관리 시스템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게시글</a:t>
            </a:r>
            <a:r>
              <a:rPr lang="ko-KR" altLang="en-US" sz="2000" b="1" dirty="0" smtClean="0"/>
              <a:t> 목록 </a:t>
            </a:r>
            <a:r>
              <a:rPr lang="en-US" altLang="ko-KR" sz="2000" b="1" dirty="0" smtClean="0"/>
              <a:t>- Service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4" y="1677998"/>
            <a:ext cx="9234103" cy="27100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6818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14893</TotalTime>
  <Words>376</Words>
  <Application>Microsoft Office PowerPoint</Application>
  <PresentationFormat>A4 용지(210x297mm)</PresentationFormat>
  <Paragraphs>92</Paragraphs>
  <Slides>46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3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5장. 회원 및 게시판 관리 시스템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929</cp:revision>
  <dcterms:created xsi:type="dcterms:W3CDTF">2019-03-04T02:36:55Z</dcterms:created>
  <dcterms:modified xsi:type="dcterms:W3CDTF">2025-10-29T22:30:51Z</dcterms:modified>
</cp:coreProperties>
</file>