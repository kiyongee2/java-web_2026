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256" r:id="rId2"/>
    <p:sldId id="413" r:id="rId3"/>
    <p:sldId id="414" r:id="rId4"/>
    <p:sldId id="454" r:id="rId5"/>
    <p:sldId id="429" r:id="rId6"/>
    <p:sldId id="418" r:id="rId7"/>
    <p:sldId id="415" r:id="rId8"/>
    <p:sldId id="416" r:id="rId9"/>
    <p:sldId id="417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30" r:id="rId21"/>
    <p:sldId id="431" r:id="rId22"/>
    <p:sldId id="432" r:id="rId23"/>
    <p:sldId id="433" r:id="rId24"/>
    <p:sldId id="435" r:id="rId25"/>
    <p:sldId id="434" r:id="rId26"/>
    <p:sldId id="436" r:id="rId27"/>
    <p:sldId id="438" r:id="rId28"/>
    <p:sldId id="437" r:id="rId29"/>
    <p:sldId id="439" r:id="rId30"/>
    <p:sldId id="440" r:id="rId31"/>
    <p:sldId id="441" r:id="rId32"/>
    <p:sldId id="442" r:id="rId33"/>
    <p:sldId id="445" r:id="rId34"/>
    <p:sldId id="443" r:id="rId35"/>
    <p:sldId id="444" r:id="rId36"/>
    <p:sldId id="446" r:id="rId37"/>
    <p:sldId id="447" r:id="rId38"/>
    <p:sldId id="448" r:id="rId39"/>
    <p:sldId id="449" r:id="rId40"/>
    <p:sldId id="457" r:id="rId41"/>
    <p:sldId id="450" r:id="rId42"/>
    <p:sldId id="451" r:id="rId43"/>
    <p:sldId id="452" r:id="rId44"/>
    <p:sldId id="453" r:id="rId45"/>
    <p:sldId id="459" r:id="rId46"/>
    <p:sldId id="455" r:id="rId47"/>
    <p:sldId id="456" r:id="rId48"/>
    <p:sldId id="458" r:id="rId49"/>
    <p:sldId id="460" r:id="rId50"/>
    <p:sldId id="461" r:id="rId51"/>
    <p:sldId id="462" r:id="rId52"/>
    <p:sldId id="463" r:id="rId53"/>
    <p:sldId id="464" r:id="rId54"/>
    <p:sldId id="465" r:id="rId55"/>
    <p:sldId id="466" r:id="rId56"/>
    <p:sldId id="467" r:id="rId57"/>
    <p:sldId id="468" r:id="rId5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60" autoAdjust="0"/>
    <p:restoredTop sz="94660"/>
  </p:normalViewPr>
  <p:slideViewPr>
    <p:cSldViewPr>
      <p:cViewPr varScale="1">
        <p:scale>
          <a:sx n="88" d="100"/>
          <a:sy n="88" d="100"/>
        </p:scale>
        <p:origin x="840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5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웹 애플리케이션 통합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600" i="1" dirty="0" err="1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Hiweb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웹 애플리케이션 프로젝트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프로젝트 생성 및 설정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48" y="1772816"/>
            <a:ext cx="4716249" cy="31683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519" y="3253139"/>
            <a:ext cx="4465707" cy="2834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73080" y="2741280"/>
            <a:ext cx="387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 smtClean="0"/>
              <a:t>모듈 추가</a:t>
            </a:r>
            <a:r>
              <a:rPr lang="en-US" altLang="ko-KR" sz="1600" dirty="0" smtClean="0"/>
              <a:t>(Spring Security</a:t>
            </a:r>
            <a:r>
              <a:rPr lang="ko-KR" altLang="en-US" sz="1600" dirty="0" smtClean="0"/>
              <a:t>제외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7884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웹 애플리케이션 프로젝트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052736"/>
            <a:ext cx="7460627" cy="51515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298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웹 애플리케이션 프로젝트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916832"/>
            <a:ext cx="3764988" cy="8640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48544" y="1173831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MariaDB</a:t>
            </a:r>
            <a:r>
              <a:rPr lang="en-US" altLang="ko-KR" b="1" dirty="0" smtClean="0"/>
              <a:t> – </a:t>
            </a:r>
            <a:r>
              <a:rPr lang="ko-KR" altLang="en-US" b="1" dirty="0" smtClean="0"/>
              <a:t>데이터베이스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hiweb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04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웹 애플리케이션 프로젝트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전체 프로젝트 계층 구조도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844824"/>
            <a:ext cx="2918713" cy="40389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200" y="1844824"/>
            <a:ext cx="2376264" cy="39748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836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2464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600" dirty="0" smtClean="0"/>
              <a:t>양방향 </a:t>
            </a:r>
            <a:r>
              <a:rPr lang="ko-KR" altLang="en-US" sz="1600" dirty="0" err="1" smtClean="0"/>
              <a:t>매핑</a:t>
            </a:r>
            <a:r>
              <a:rPr lang="ko-KR" altLang="en-US" sz="1600" dirty="0" smtClean="0"/>
              <a:t> 설정하기</a:t>
            </a:r>
            <a:endParaRPr lang="ko-KR" altLang="en-US" sz="1600" dirty="0"/>
          </a:p>
        </p:txBody>
      </p:sp>
      <p:sp>
        <p:nvSpPr>
          <p:cNvPr id="6" name="직사각형 5"/>
          <p:cNvSpPr/>
          <p:nvPr/>
        </p:nvSpPr>
        <p:spPr>
          <a:xfrm>
            <a:off x="1586023" y="1916832"/>
            <a:ext cx="2314311" cy="136815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568624" y="2420888"/>
            <a:ext cx="2331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74055" y="1981396"/>
            <a:ext cx="13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Board</a:t>
            </a:r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673984" y="2420888"/>
            <a:ext cx="2226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</a:t>
            </a:r>
            <a:r>
              <a:rPr lang="en-US" altLang="ko-KR" dirty="0" err="1" smtClean="0"/>
              <a:t>eq</a:t>
            </a:r>
            <a:endParaRPr lang="en-US" altLang="ko-KR" dirty="0" smtClean="0"/>
          </a:p>
          <a:p>
            <a:r>
              <a:rPr lang="en-US" altLang="ko-KR" dirty="0" smtClean="0"/>
              <a:t>Member </a:t>
            </a:r>
            <a:r>
              <a:rPr lang="en-US" altLang="ko-KR" dirty="0" err="1" smtClean="0"/>
              <a:t>member</a:t>
            </a:r>
            <a:endParaRPr lang="en-US" altLang="ko-KR" dirty="0" smtClean="0"/>
          </a:p>
          <a:p>
            <a:r>
              <a:rPr lang="en-US" altLang="ko-KR" dirty="0" smtClean="0"/>
              <a:t>title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855505" y="1916832"/>
            <a:ext cx="2314311" cy="1368152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838106" y="2420888"/>
            <a:ext cx="2331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43537" y="1981396"/>
            <a:ext cx="13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Member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5943466" y="2420888"/>
            <a:ext cx="2226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</a:t>
            </a:r>
          </a:p>
          <a:p>
            <a:r>
              <a:rPr lang="en-US" altLang="ko-KR" dirty="0" smtClean="0"/>
              <a:t>password</a:t>
            </a:r>
          </a:p>
          <a:p>
            <a:r>
              <a:rPr lang="en-US" altLang="ko-KR" dirty="0" smtClean="0"/>
              <a:t>name</a:t>
            </a:r>
            <a:endParaRPr lang="ko-KR" alt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3900334" y="2150673"/>
            <a:ext cx="1955171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96616" y="3645024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회원과 게시판 </a:t>
            </a:r>
            <a:r>
              <a:rPr lang="ko-KR" altLang="en-US" sz="1600" dirty="0" err="1" smtClean="0"/>
              <a:t>엔티티가</a:t>
            </a:r>
            <a:r>
              <a:rPr lang="ko-KR" altLang="en-US" sz="1600" dirty="0" smtClean="0"/>
              <a:t> 양방향으로 서로 참조할 수 있도록 연관 </a:t>
            </a:r>
            <a:r>
              <a:rPr lang="ko-KR" altLang="en-US" sz="1600" dirty="0" err="1" smtClean="0"/>
              <a:t>매핑을</a:t>
            </a:r>
            <a:r>
              <a:rPr lang="ko-KR" altLang="en-US" sz="1600" dirty="0" smtClean="0"/>
              <a:t> 추가한다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게시판과 회원은 </a:t>
            </a:r>
            <a:r>
              <a:rPr lang="ko-KR" altLang="en-US" sz="1600" dirty="0" err="1" smtClean="0"/>
              <a:t>다대일</a:t>
            </a:r>
            <a:r>
              <a:rPr lang="en-US" altLang="ko-KR" sz="1600" dirty="0" smtClean="0"/>
              <a:t>(N:1)</a:t>
            </a:r>
            <a:r>
              <a:rPr lang="ko-KR" altLang="en-US" sz="1600" dirty="0" smtClean="0"/>
              <a:t> 양방향 관계다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게시판은 자신을 등록한 회원을 </a:t>
            </a:r>
            <a:r>
              <a:rPr lang="en-US" altLang="ko-KR" sz="1600" dirty="0" err="1" smtClean="0"/>
              <a:t>Board.member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변수로 참조하며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회원은 자신이 등록한 </a:t>
            </a:r>
            <a:r>
              <a:rPr lang="ko-KR" altLang="en-US" sz="1600" dirty="0" err="1" smtClean="0"/>
              <a:t>게시글</a:t>
            </a:r>
            <a:r>
              <a:rPr lang="ko-KR" altLang="en-US" sz="1600" dirty="0" smtClean="0"/>
              <a:t> 목록을 </a:t>
            </a:r>
            <a:r>
              <a:rPr lang="en-US" altLang="ko-KR" sz="1600" dirty="0" err="1" smtClean="0"/>
              <a:t>Member.boardList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컬렉션으로 참조한다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92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컴포넌트 개발하기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엔티티</a:t>
            </a:r>
            <a:r>
              <a:rPr lang="ko-KR" altLang="en-US" b="1" dirty="0" smtClean="0"/>
              <a:t> 클래스 만들기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71" y="1626975"/>
            <a:ext cx="7529213" cy="43285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476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엔티티</a:t>
            </a:r>
            <a:r>
              <a:rPr lang="ko-KR" altLang="en-US" b="1" dirty="0" smtClean="0"/>
              <a:t> 클래스 만들기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203" y="1885816"/>
            <a:ext cx="7079594" cy="3086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103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엔티티</a:t>
            </a:r>
            <a:r>
              <a:rPr lang="ko-KR" altLang="en-US" b="1" dirty="0" smtClean="0"/>
              <a:t> 클래스 만들기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556792"/>
            <a:ext cx="5870328" cy="4896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228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리포지터리</a:t>
            </a:r>
            <a:r>
              <a:rPr lang="ko-KR" altLang="en-US" b="1" dirty="0" smtClean="0"/>
              <a:t> 인터페이스 만들기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07" y="1829611"/>
            <a:ext cx="7924771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07" y="4617234"/>
            <a:ext cx="7948349" cy="9373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131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 </a:t>
            </a:r>
            <a:r>
              <a:rPr lang="ko-KR" altLang="en-US" b="1" dirty="0" smtClean="0"/>
              <a:t>테스트하기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39" y="1556792"/>
            <a:ext cx="5464014" cy="43666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216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908720"/>
            <a:ext cx="6467627" cy="54726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134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8"/>
          <a:stretch/>
        </p:blipFill>
        <p:spPr>
          <a:xfrm>
            <a:off x="1105069" y="1340768"/>
            <a:ext cx="5816699" cy="9906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24" y="2582957"/>
            <a:ext cx="7003387" cy="35512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141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상세 조회 테스트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4797152"/>
            <a:ext cx="4229467" cy="1295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35" y="1658993"/>
            <a:ext cx="7498730" cy="28501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561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목록 검색 테스트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9" y="1628800"/>
            <a:ext cx="7635902" cy="25529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65"/>
          <a:stretch/>
        </p:blipFill>
        <p:spPr>
          <a:xfrm>
            <a:off x="1135049" y="4365104"/>
            <a:ext cx="7651144" cy="19744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0576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smtClean="0"/>
              <a:t>서비스 인터페이스와 클래스 만들기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700808"/>
            <a:ext cx="7079594" cy="36579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698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smtClean="0"/>
              <a:t>서비스 인터페이스와 클래스 만들기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556792"/>
            <a:ext cx="8428451" cy="43285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949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비즈니스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 개발하기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72" y="1124744"/>
            <a:ext cx="5294574" cy="51845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09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412776"/>
            <a:ext cx="7096114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1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인덱스 페이지 추가 </a:t>
            </a:r>
            <a:r>
              <a:rPr lang="en-US" altLang="ko-KR" b="1" dirty="0" smtClean="0"/>
              <a:t>– index.html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05" y="1628800"/>
            <a:ext cx="7887384" cy="37417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662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컨트롤러 만들기 </a:t>
            </a:r>
            <a:r>
              <a:rPr lang="en-US" altLang="ko-KR" b="1" dirty="0" smtClean="0"/>
              <a:t>- </a:t>
            </a:r>
            <a:r>
              <a:rPr lang="en-US" altLang="ko-KR" b="1" dirty="0" err="1" smtClean="0"/>
              <a:t>BoardController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563041"/>
            <a:ext cx="6744285" cy="45647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744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787" y="908720"/>
            <a:ext cx="6570730" cy="55048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752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124744"/>
            <a:ext cx="6249444" cy="51845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686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글 목록 화면 작성 </a:t>
            </a:r>
            <a:r>
              <a:rPr lang="en-US" altLang="ko-KR" b="1" dirty="0" smtClean="0"/>
              <a:t>– getBoardList.html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628800"/>
            <a:ext cx="8283658" cy="39932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764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글 목록 화면 작성 </a:t>
            </a:r>
            <a:r>
              <a:rPr lang="en-US" altLang="ko-KR" b="1" dirty="0" smtClean="0"/>
              <a:t>– getBoardList.html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0" y="1628800"/>
            <a:ext cx="8923794" cy="39856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629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63" y="1239429"/>
            <a:ext cx="6896085" cy="4830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709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글 상</a:t>
            </a:r>
            <a:r>
              <a:rPr lang="ko-KR" altLang="en-US" b="1" dirty="0"/>
              <a:t>세</a:t>
            </a:r>
            <a:r>
              <a:rPr lang="ko-KR" altLang="en-US" b="1" dirty="0" smtClean="0"/>
              <a:t> 화면 작성 </a:t>
            </a:r>
            <a:r>
              <a:rPr lang="en-US" altLang="ko-KR" b="1" dirty="0" smtClean="0"/>
              <a:t>– getBoard.html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10" y="1541142"/>
            <a:ext cx="8977139" cy="46409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699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글 상</a:t>
            </a:r>
            <a:r>
              <a:rPr lang="ko-KR" altLang="en-US" b="1" dirty="0"/>
              <a:t>세</a:t>
            </a:r>
            <a:r>
              <a:rPr lang="ko-KR" altLang="en-US" b="1" dirty="0" smtClean="0"/>
              <a:t> 화면 작성 </a:t>
            </a:r>
            <a:r>
              <a:rPr lang="en-US" altLang="ko-KR" b="1" dirty="0" smtClean="0"/>
              <a:t>– getBoard.html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1556791"/>
            <a:ext cx="8809484" cy="48543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922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58" y="1417145"/>
            <a:ext cx="7186283" cy="40237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9834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프레젠테이션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레이어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개발하기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글 등록 화면 작성 </a:t>
            </a:r>
            <a:r>
              <a:rPr lang="en-US" altLang="ko-KR" b="1" dirty="0" smtClean="0"/>
              <a:t>– insertBoard.html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485557"/>
            <a:ext cx="7534645" cy="49909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383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시큐리티</a:t>
            </a:r>
            <a:r>
              <a:rPr lang="ko-KR" altLang="en-US" b="1" dirty="0" smtClean="0"/>
              <a:t> 환경 설정 </a:t>
            </a:r>
            <a:r>
              <a:rPr lang="en-US" altLang="ko-KR" b="1" dirty="0" smtClean="0"/>
              <a:t>– pom.xml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04" y="1892438"/>
            <a:ext cx="6614734" cy="914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04" y="2900549"/>
            <a:ext cx="6614734" cy="12485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04" y="4221088"/>
            <a:ext cx="7125318" cy="9678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371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시큐리티</a:t>
            </a:r>
            <a:r>
              <a:rPr lang="ko-KR" altLang="en-US" b="1" dirty="0" smtClean="0"/>
              <a:t> 설정 클래스 만들기 </a:t>
            </a:r>
            <a:r>
              <a:rPr lang="en-US" altLang="ko-KR" b="1" dirty="0" smtClean="0"/>
              <a:t>– SecurityConfig.java 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8" y="1700808"/>
            <a:ext cx="9403896" cy="34826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27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시큐리티</a:t>
            </a:r>
            <a:r>
              <a:rPr lang="ko-KR" altLang="en-US" b="1" dirty="0" smtClean="0"/>
              <a:t> 설정 클래스 만들기 </a:t>
            </a:r>
            <a:r>
              <a:rPr lang="en-US" altLang="ko-KR" b="1" dirty="0" smtClean="0"/>
              <a:t>– SecurityConfig.java 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916832"/>
            <a:ext cx="8390348" cy="26519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973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UserDetails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클래스 만들기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    1) </a:t>
            </a:r>
            <a:r>
              <a:rPr lang="en-US" altLang="ko-KR" b="1" dirty="0" err="1" smtClean="0"/>
              <a:t>SecurityUser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클래스 만들기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31" y="2192288"/>
            <a:ext cx="8832346" cy="37722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374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UserDetails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클래스 만들기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    2) </a:t>
            </a:r>
            <a:r>
              <a:rPr lang="en-US" altLang="ko-KR" b="1" dirty="0" err="1" smtClean="0"/>
              <a:t>SecurityUserDetailsService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클래스 만들기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025153"/>
            <a:ext cx="8626588" cy="42675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002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Security </a:t>
            </a:r>
            <a:r>
              <a:rPr lang="ko-KR" altLang="en-US" b="1" dirty="0" smtClean="0"/>
              <a:t>컨트롤러 만들기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700808"/>
            <a:ext cx="4580017" cy="42675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489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562" y="1772816"/>
            <a:ext cx="5182049" cy="26291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990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5" y="1700808"/>
            <a:ext cx="7087215" cy="44657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로그인 화면 작성 </a:t>
            </a:r>
            <a:r>
              <a:rPr lang="en-US" altLang="ko-KR" b="1" dirty="0" smtClean="0"/>
              <a:t>– login.html</a:t>
            </a:r>
          </a:p>
        </p:txBody>
      </p:sp>
    </p:spTree>
    <p:extLst>
      <p:ext uri="{BB962C8B-B14F-4D97-AF65-F5344CB8AC3E}">
        <p14:creationId xmlns:p14="http://schemas.microsoft.com/office/powerpoint/2010/main" val="205035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관리자 전용 화면 작성 </a:t>
            </a:r>
            <a:r>
              <a:rPr lang="en-US" altLang="ko-KR" b="1" dirty="0" smtClean="0"/>
              <a:t>– adminPage.html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534468" y="4221088"/>
            <a:ext cx="6218459" cy="15546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815" y="1988029"/>
            <a:ext cx="6279425" cy="19585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676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관리자 전용 화면 작성 </a:t>
            </a:r>
            <a:r>
              <a:rPr lang="en-US" altLang="ko-KR" b="1" dirty="0" smtClean="0"/>
              <a:t>– accessDenied.html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9" y="3356992"/>
            <a:ext cx="8382727" cy="944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927266"/>
            <a:ext cx="3703641" cy="10211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2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비밀번호 암호화 하기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0" y="1916832"/>
            <a:ext cx="8055039" cy="20347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3592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회원 등록 테스트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790" y="1628800"/>
            <a:ext cx="6302287" cy="47400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300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052736"/>
            <a:ext cx="7102456" cy="51744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614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시큐리티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적용하기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772816"/>
            <a:ext cx="8167313" cy="792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89"/>
          <a:stretch/>
        </p:blipFill>
        <p:spPr>
          <a:xfrm>
            <a:off x="920552" y="3573016"/>
            <a:ext cx="8424936" cy="24833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8544" y="2902700"/>
            <a:ext cx="590465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{</a:t>
            </a:r>
            <a:r>
              <a:rPr lang="en-US" altLang="ko-KR" b="1" dirty="0" err="1" smtClean="0"/>
              <a:t>noop</a:t>
            </a:r>
            <a:r>
              <a:rPr lang="en-US" altLang="ko-KR" b="1" dirty="0" smtClean="0"/>
              <a:t>} </a:t>
            </a:r>
            <a:r>
              <a:rPr lang="ko-KR" altLang="en-US" b="1" dirty="0" smtClean="0"/>
              <a:t>제거</a:t>
            </a:r>
            <a:endParaRPr lang="en-US" altLang="ko-KR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PasswordEncoder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테스트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40812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서비스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736" y="1700808"/>
            <a:ext cx="4519052" cy="32464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2894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서비스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회원 가입 </a:t>
            </a:r>
            <a:r>
              <a:rPr lang="en-US" altLang="ko-KR" b="1" dirty="0" smtClean="0"/>
              <a:t>– Service </a:t>
            </a:r>
            <a:r>
              <a:rPr lang="ko-KR" altLang="en-US" b="1" dirty="0" smtClean="0"/>
              <a:t>계층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00808"/>
            <a:ext cx="5936495" cy="944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780928"/>
            <a:ext cx="6984776" cy="3615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845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서비스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408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회원 가입 </a:t>
            </a:r>
            <a:r>
              <a:rPr lang="en-US" altLang="ko-KR" b="1" dirty="0" smtClean="0"/>
              <a:t>– Controller </a:t>
            </a:r>
            <a:r>
              <a:rPr lang="ko-KR" altLang="en-US" b="1" dirty="0" smtClean="0"/>
              <a:t>계층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7" y="1666934"/>
            <a:ext cx="4914635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824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서비스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1252736"/>
            <a:ext cx="8004322" cy="51125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모서리가 둥근 직사각형 3"/>
          <p:cNvSpPr/>
          <p:nvPr/>
        </p:nvSpPr>
        <p:spPr>
          <a:xfrm>
            <a:off x="7185248" y="1412776"/>
            <a:ext cx="2016224" cy="43204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</a:t>
            </a:r>
            <a:r>
              <a:rPr lang="en-US" altLang="ko-KR" dirty="0" smtClean="0">
                <a:solidFill>
                  <a:sysClr val="windowText" lastClr="000000"/>
                </a:solidFill>
              </a:rPr>
              <a:t>ignup.html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95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83529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QueryDSL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을 이용한 동적 쿼리 적용하기</a:t>
            </a:r>
            <a:endParaRPr lang="en-US" altLang="ko-KR" b="1" dirty="0" smtClean="0"/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웹 애플리케이션에서 검색 기능을 구현할 때 검색 조건은 다양하게 구성된다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그리고 이런 검색 조건은 시스템 운영 과정에서 변경되는 경우가 일반적이다</a:t>
            </a:r>
            <a:r>
              <a:rPr lang="en-US" altLang="ko-KR" sz="1600" dirty="0" smtClean="0"/>
              <a:t>.  </a:t>
            </a:r>
            <a:r>
              <a:rPr lang="ko-KR" altLang="en-US" sz="1600" dirty="0" smtClean="0"/>
              <a:t>그런데 이렇게 다양한 </a:t>
            </a:r>
            <a:r>
              <a:rPr lang="ko-KR" altLang="en-US" sz="1600" dirty="0" err="1" smtClean="0"/>
              <a:t>컴색</a:t>
            </a:r>
            <a:r>
              <a:rPr lang="ko-KR" altLang="en-US" sz="1600" dirty="0" smtClean="0"/>
              <a:t> 쿼리를 미리 등록해서 사용하면 비슷한 쿼리가 많아 관리하기가 어렵다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이런 불편함을 해소하는 라이브러리가 </a:t>
            </a:r>
            <a:r>
              <a:rPr lang="en-US" altLang="ko-KR" sz="1600" dirty="0" err="1" smtClean="0"/>
              <a:t>QueryDSL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이다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스프링의 </a:t>
            </a:r>
            <a:r>
              <a:rPr lang="ko-KR" altLang="en-US" sz="1600" dirty="0" err="1" smtClean="0"/>
              <a:t>마이바티스가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XML </a:t>
            </a:r>
            <a:r>
              <a:rPr lang="ko-KR" altLang="en-US" sz="1600" dirty="0" smtClean="0"/>
              <a:t>파일에 등록되는 쿼리를 동적으로 구성할 수 있는 것과 유사함 </a:t>
            </a:r>
            <a:endParaRPr lang="en-US" altLang="ko-KR" sz="1600" dirty="0" smtClean="0"/>
          </a:p>
          <a:p>
            <a:pPr lvl="1">
              <a:lnSpc>
                <a:spcPct val="200000"/>
              </a:lnSpc>
            </a:pPr>
            <a:r>
              <a:rPr lang="en-US" altLang="ko-KR" b="1" dirty="0" smtClean="0"/>
              <a:t>- </a:t>
            </a:r>
            <a:r>
              <a:rPr lang="en-US" altLang="ko-KR" b="1" dirty="0" err="1" smtClean="0"/>
              <a:t>querydsl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플러그인 추가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85" y="4365104"/>
            <a:ext cx="6679451" cy="1872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8796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querydsl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플러그인 추가</a:t>
            </a:r>
            <a:endParaRPr lang="en-US" altLang="ko-KR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1988840"/>
            <a:ext cx="8364637" cy="33843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710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Maven &gt; Update Project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76" y="2420888"/>
            <a:ext cx="3578427" cy="1285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70586" y="1694114"/>
            <a:ext cx="8158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/main/</a:t>
            </a:r>
            <a:r>
              <a:rPr lang="en-US" altLang="ko-KR" sz="1600" dirty="0" err="1" smtClean="0"/>
              <a:t>querydsl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소스 폴더가 보이고 쿼리 타입 클래스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Qboard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Qmember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생성됨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45112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검색 화면 추가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844824"/>
            <a:ext cx="7628282" cy="2933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027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검색 화면 추가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503" y="1885798"/>
            <a:ext cx="7338696" cy="32464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780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검색 전용 클래스 추가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828836"/>
            <a:ext cx="5616427" cy="16155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554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리포지터리</a:t>
            </a:r>
            <a:r>
              <a:rPr lang="ko-KR" altLang="en-US" b="1" dirty="0" smtClean="0"/>
              <a:t> 수정하기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771505"/>
            <a:ext cx="8062659" cy="3314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5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서비스 컴포넌트 수정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628800"/>
            <a:ext cx="7590178" cy="13488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3145638"/>
            <a:ext cx="8352928" cy="32356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565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검색 기능 추가하기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408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컨트롤</a:t>
            </a:r>
            <a:r>
              <a:rPr lang="ko-KR" altLang="en-US" b="1" dirty="0"/>
              <a:t>러</a:t>
            </a:r>
            <a:r>
              <a:rPr lang="ko-KR" altLang="en-US" b="1" dirty="0" smtClean="0"/>
              <a:t> 수정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0" y="1772815"/>
            <a:ext cx="8136904" cy="26531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47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13514</TotalTime>
  <Words>539</Words>
  <Application>Microsoft Office PowerPoint</Application>
  <PresentationFormat>A4 용지(210x297mm)</PresentationFormat>
  <Paragraphs>124</Paragraphs>
  <Slides>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4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5장. 웹 애플리케이션 통합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897</cp:revision>
  <dcterms:created xsi:type="dcterms:W3CDTF">2019-03-04T02:36:55Z</dcterms:created>
  <dcterms:modified xsi:type="dcterms:W3CDTF">2025-10-10T07:57:12Z</dcterms:modified>
</cp:coreProperties>
</file>