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456" r:id="rId3"/>
    <p:sldId id="498" r:id="rId4"/>
    <p:sldId id="499" r:id="rId5"/>
    <p:sldId id="501" r:id="rId6"/>
    <p:sldId id="500" r:id="rId7"/>
    <p:sldId id="507" r:id="rId8"/>
    <p:sldId id="513" r:id="rId9"/>
    <p:sldId id="508" r:id="rId10"/>
    <p:sldId id="502" r:id="rId11"/>
    <p:sldId id="505" r:id="rId12"/>
    <p:sldId id="503" r:id="rId13"/>
    <p:sldId id="504" r:id="rId14"/>
    <p:sldId id="506" r:id="rId15"/>
    <p:sldId id="510" r:id="rId16"/>
    <p:sldId id="511" r:id="rId17"/>
    <p:sldId id="512" r:id="rId18"/>
    <p:sldId id="509" r:id="rId19"/>
    <p:sldId id="515" r:id="rId20"/>
    <p:sldId id="514" r:id="rId21"/>
    <p:sldId id="516" r:id="rId22"/>
    <p:sldId id="517" r:id="rId23"/>
    <p:sldId id="518" r:id="rId24"/>
    <p:sldId id="519" r:id="rId25"/>
    <p:sldId id="521" r:id="rId26"/>
    <p:sldId id="520" r:id="rId27"/>
    <p:sldId id="522" r:id="rId28"/>
    <p:sldId id="523" r:id="rId29"/>
    <p:sldId id="524" r:id="rId30"/>
    <p:sldId id="528" r:id="rId31"/>
    <p:sldId id="529" r:id="rId32"/>
    <p:sldId id="532" r:id="rId33"/>
    <p:sldId id="525" r:id="rId34"/>
    <p:sldId id="526" r:id="rId35"/>
    <p:sldId id="527" r:id="rId36"/>
    <p:sldId id="530" r:id="rId37"/>
    <p:sldId id="531" r:id="rId3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82" d="100"/>
          <a:sy n="82" d="100"/>
        </p:scale>
        <p:origin x="1243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Blog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구현 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</a:t>
            </a:r>
            <a:endParaRPr lang="ko-KR" altLang="en-US" sz="24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en-US" altLang="ko-KR" sz="2000" i="1" dirty="0" smtClean="0">
                <a:solidFill>
                  <a:schemeClr val="tx1"/>
                </a:solidFill>
              </a:rPr>
              <a:t>Rest </a:t>
            </a:r>
            <a:r>
              <a:rPr lang="en-US" altLang="ko-KR" sz="2000" i="1" dirty="0" err="1" smtClean="0">
                <a:solidFill>
                  <a:schemeClr val="tx1"/>
                </a:solidFill>
              </a:rPr>
              <a:t>Api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예외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예외 처리  </a:t>
            </a:r>
            <a:endParaRPr lang="en-US" altLang="ko-KR" sz="2000" b="1" dirty="0"/>
          </a:p>
          <a:p>
            <a:pPr marL="0" lvl="1">
              <a:lnSpc>
                <a:spcPct val="150000"/>
              </a:lnSpc>
            </a:pPr>
            <a:r>
              <a:rPr lang="en-US" altLang="ko-KR" dirty="0" smtClean="0"/>
              <a:t>    Exception</a:t>
            </a:r>
            <a:r>
              <a:rPr lang="ko-KR" altLang="en-US" dirty="0" smtClean="0"/>
              <a:t>이 발생했을 때 처리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055038"/>
            <a:ext cx="7040812" cy="43504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264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예외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예외 처리  </a:t>
            </a:r>
            <a:endParaRPr lang="en-US" altLang="ko-KR" sz="2000" b="1" dirty="0"/>
          </a:p>
          <a:p>
            <a:pPr marL="0" lvl="1">
              <a:lnSpc>
                <a:spcPct val="150000"/>
              </a:lnSpc>
            </a:pPr>
            <a:r>
              <a:rPr lang="en-US" altLang="ko-KR" dirty="0" smtClean="0"/>
              <a:t>    Exception</a:t>
            </a:r>
            <a:r>
              <a:rPr lang="ko-KR" altLang="en-US" dirty="0" smtClean="0"/>
              <a:t>이 발생했을 때 처리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303868"/>
            <a:ext cx="3734124" cy="10440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031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아이디 중복 오류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u</a:t>
            </a:r>
            <a:r>
              <a:rPr lang="en-US" altLang="ko-KR" sz="2000" b="1" dirty="0" smtClean="0"/>
              <a:t>sername </a:t>
            </a:r>
            <a:r>
              <a:rPr lang="ko-KR" altLang="en-US" sz="2000" b="1" dirty="0" smtClean="0"/>
              <a:t>중복 오류 </a:t>
            </a:r>
            <a:endParaRPr lang="en-US" altLang="ko-KR" sz="2000" b="1" dirty="0"/>
          </a:p>
          <a:p>
            <a:pPr marL="0" lvl="1">
              <a:lnSpc>
                <a:spcPct val="150000"/>
              </a:lnSpc>
            </a:pPr>
            <a:r>
              <a:rPr lang="en-US" altLang="ko-KR" dirty="0" smtClean="0"/>
              <a:t>    - </a:t>
            </a:r>
            <a:r>
              <a:rPr lang="en-US" altLang="ko-KR" dirty="0" err="1" smtClean="0"/>
              <a:t>db</a:t>
            </a:r>
            <a:r>
              <a:rPr lang="en-US" altLang="ko-KR" dirty="0" smtClean="0"/>
              <a:t> </a:t>
            </a:r>
            <a:r>
              <a:rPr lang="ko-KR" altLang="en-US" dirty="0" smtClean="0"/>
              <a:t>확인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312387"/>
            <a:ext cx="6671898" cy="23135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853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아이디 중복 오류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u</a:t>
            </a:r>
            <a:r>
              <a:rPr lang="en-US" altLang="ko-KR" sz="2000" b="1" dirty="0" smtClean="0"/>
              <a:t>sername </a:t>
            </a:r>
            <a:r>
              <a:rPr lang="ko-KR" altLang="en-US" sz="2000" b="1" dirty="0" smtClean="0"/>
              <a:t>중복 오류 </a:t>
            </a:r>
            <a:endParaRPr lang="en-US" altLang="ko-KR" sz="2000" b="1" dirty="0"/>
          </a:p>
          <a:p>
            <a:pPr marL="0" lvl="1">
              <a:lnSpc>
                <a:spcPct val="150000"/>
              </a:lnSpc>
            </a:pPr>
            <a:r>
              <a:rPr lang="en-US" altLang="ko-KR" dirty="0" smtClean="0"/>
              <a:t>    - </a:t>
            </a:r>
            <a:r>
              <a:rPr lang="ko-KR" altLang="en-US" dirty="0" smtClean="0"/>
              <a:t>중복 오류 처리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073091"/>
            <a:ext cx="6637595" cy="39093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562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아이디 중복 오류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u</a:t>
            </a:r>
            <a:r>
              <a:rPr lang="en-US" altLang="ko-KR" sz="2000" b="1" dirty="0" smtClean="0"/>
              <a:t>sername </a:t>
            </a:r>
            <a:r>
              <a:rPr lang="ko-KR" altLang="en-US" sz="2000" b="1" dirty="0" smtClean="0"/>
              <a:t>중복 오류 </a:t>
            </a:r>
            <a:endParaRPr lang="en-US" altLang="ko-KR" sz="2000" b="1" dirty="0"/>
          </a:p>
          <a:p>
            <a:pPr marL="0" lvl="1">
              <a:lnSpc>
                <a:spcPct val="150000"/>
              </a:lnSpc>
            </a:pPr>
            <a:r>
              <a:rPr lang="en-US" altLang="ko-KR" dirty="0" smtClean="0"/>
              <a:t>    -  </a:t>
            </a:r>
            <a:r>
              <a:rPr lang="ko-KR" altLang="en-US" dirty="0" smtClean="0"/>
              <a:t>제약 조건 오류 처리 </a:t>
            </a:r>
            <a:r>
              <a:rPr lang="en-US" altLang="ko-KR" dirty="0" smtClean="0"/>
              <a:t>: SQL Constraint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72"/>
          <a:stretch/>
        </p:blipFill>
        <p:spPr>
          <a:xfrm>
            <a:off x="1269841" y="2303868"/>
            <a:ext cx="7666384" cy="25743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/>
          <p:cNvSpPr/>
          <p:nvPr/>
        </p:nvSpPr>
        <p:spPr>
          <a:xfrm>
            <a:off x="992560" y="4377511"/>
            <a:ext cx="8352928" cy="7406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51" y="5445224"/>
            <a:ext cx="8276037" cy="6248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878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980728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MyBlog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화면 구현 순서</a:t>
            </a:r>
            <a:endParaRPr lang="en-US" altLang="ko-KR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424608" y="1700808"/>
            <a:ext cx="51125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메인 화면</a:t>
            </a:r>
            <a:r>
              <a:rPr lang="en-US" altLang="ko-KR" dirty="0" smtClean="0"/>
              <a:t>(</a:t>
            </a:r>
            <a:r>
              <a:rPr lang="ko-KR" altLang="en-US" dirty="0" smtClean="0"/>
              <a:t>글 목록</a:t>
            </a:r>
            <a:r>
              <a:rPr lang="en-US" altLang="ko-KR" dirty="0" smtClean="0"/>
              <a:t>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헤더와 </a:t>
            </a:r>
            <a:r>
              <a:rPr lang="ko-KR" altLang="en-US" dirty="0" err="1" smtClean="0"/>
              <a:t>푸터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회원 가입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로그인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글 상세보기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글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94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980728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Index – PC </a:t>
            </a:r>
            <a:r>
              <a:rPr lang="ko-KR" altLang="en-US" sz="2000" b="1" dirty="0" smtClean="0"/>
              <a:t>화면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593680"/>
            <a:ext cx="7545288" cy="48528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416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20654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모바일 화면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800" y="980728"/>
            <a:ext cx="3528392" cy="53700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4821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Blog </a:t>
            </a:r>
            <a:r>
              <a:rPr lang="ko-KR" altLang="en-US" sz="2000" b="1" dirty="0" smtClean="0"/>
              <a:t>메인 페이지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부트스트랩 라이브러리 사용</a:t>
            </a:r>
            <a:endParaRPr lang="en-US" altLang="ko-KR" sz="20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/>
              <a:t>Bootstrap &gt; w3schools &gt; BOOTSTRAP &gt; B5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132856"/>
            <a:ext cx="5772081" cy="40669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027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Navbar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메뉴 만들기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828866"/>
            <a:ext cx="7055738" cy="39946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825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Navbar</a:t>
            </a:r>
            <a:r>
              <a:rPr lang="en-US" altLang="ko-KR" sz="2000" b="1" dirty="0" smtClean="0"/>
              <a:t> &gt; Try It Yourself &gt; </a:t>
            </a:r>
            <a:r>
              <a:rPr lang="ko-KR" altLang="en-US" sz="2000" b="1" dirty="0" smtClean="0"/>
              <a:t>전체 복사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00808"/>
            <a:ext cx="5760640" cy="48005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209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i</a:t>
            </a:r>
            <a:r>
              <a:rPr lang="en-US" altLang="ko-KR" sz="2000" b="1" dirty="0" err="1" smtClean="0"/>
              <a:t>ndex.jsp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10056"/>
            <a:ext cx="7146831" cy="4774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299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52736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i</a:t>
            </a:r>
            <a:r>
              <a:rPr lang="en-US" altLang="ko-KR" sz="2000" b="1" dirty="0" err="1" smtClean="0"/>
              <a:t>ndex.jsp</a:t>
            </a:r>
            <a:endParaRPr lang="en-US" altLang="ko-KR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28800"/>
            <a:ext cx="6569009" cy="47781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306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52736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header.jsp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1628800"/>
            <a:ext cx="9449619" cy="45571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745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52736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header.jsp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46418"/>
            <a:ext cx="8039797" cy="36426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2249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52736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footer.jsp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776033"/>
            <a:ext cx="8096777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661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PostController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만들기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843268"/>
            <a:ext cx="6828112" cy="31397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896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만들기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00808"/>
            <a:ext cx="7018628" cy="36731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5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793572"/>
            <a:ext cx="7473280" cy="45107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886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–  member/</a:t>
            </a:r>
            <a:r>
              <a:rPr lang="en-US" altLang="ko-KR" sz="2000" b="1" dirty="0" err="1" smtClean="0"/>
              <a:t>joinForm.jsp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628800"/>
            <a:ext cx="6759236" cy="47274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565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로그인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700808"/>
            <a:ext cx="8280920" cy="39992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813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블로그 화면 구현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로그인 </a:t>
            </a:r>
            <a:r>
              <a:rPr lang="en-US" altLang="ko-KR" sz="2000" b="1" dirty="0" smtClean="0"/>
              <a:t>–  member/</a:t>
            </a:r>
            <a:r>
              <a:rPr lang="en-US" altLang="ko-KR" sz="2000" b="1" dirty="0" err="1" smtClean="0"/>
              <a:t>loginForm.jsp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667126"/>
            <a:ext cx="7635902" cy="42447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103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가입에 </a:t>
            </a:r>
            <a:r>
              <a:rPr lang="en-US" altLang="ko-KR" sz="2000" b="1" dirty="0" err="1" smtClean="0"/>
              <a:t>javascript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연동 </a:t>
            </a:r>
            <a:r>
              <a:rPr lang="en-US" altLang="ko-KR" sz="2000" b="1" dirty="0" smtClean="0"/>
              <a:t>– /</a:t>
            </a:r>
            <a:r>
              <a:rPr lang="en-US" altLang="ko-KR" sz="2000" b="1" dirty="0" err="1" smtClean="0"/>
              <a:t>js</a:t>
            </a:r>
            <a:r>
              <a:rPr lang="en-US" altLang="ko-KR" sz="2000" b="1" dirty="0" smtClean="0"/>
              <a:t>/member.js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615939"/>
            <a:ext cx="6624589" cy="47167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254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m</a:t>
            </a:r>
            <a:r>
              <a:rPr lang="en-US" altLang="ko-KR" sz="2000" b="1" dirty="0" smtClean="0"/>
              <a:t>ember.js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72816"/>
            <a:ext cx="6142252" cy="4016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107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m</a:t>
            </a:r>
            <a:r>
              <a:rPr lang="en-US" altLang="ko-KR" sz="2000" b="1" dirty="0" smtClean="0"/>
              <a:t>ember.js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5" y="1700808"/>
            <a:ext cx="8729539" cy="41676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0311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MemberApiController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작성 </a:t>
            </a:r>
            <a:r>
              <a:rPr lang="en-US" altLang="ko-KR" sz="2000" b="1" dirty="0" smtClean="0"/>
              <a:t>– </a:t>
            </a:r>
            <a:r>
              <a:rPr lang="en-US" altLang="ko-KR" sz="2000" b="1" dirty="0" err="1" smtClean="0"/>
              <a:t>json</a:t>
            </a:r>
            <a:r>
              <a:rPr lang="en-US" altLang="ko-KR" sz="2000" b="1" dirty="0"/>
              <a:t> </a:t>
            </a:r>
            <a:r>
              <a:rPr lang="ko-KR" altLang="en-US" sz="2000" b="1" dirty="0" smtClean="0"/>
              <a:t>데이터 처리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003" y="1828866"/>
            <a:ext cx="7201524" cy="41227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652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 처리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메모리에 구현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801483"/>
            <a:ext cx="7579912" cy="46531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674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공통 결과 </a:t>
            </a:r>
            <a:r>
              <a:rPr lang="en-US" altLang="ko-KR" sz="2000" b="1" dirty="0" err="1" smtClean="0"/>
              <a:t>Dto</a:t>
            </a:r>
            <a:r>
              <a:rPr lang="en-US" altLang="ko-KR" sz="2000" b="1" dirty="0" smtClean="0"/>
              <a:t> – </a:t>
            </a:r>
            <a:r>
              <a:rPr lang="en-US" altLang="ko-KR" sz="2000" b="1" dirty="0" err="1" smtClean="0"/>
              <a:t>ResponseDto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작성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845702"/>
            <a:ext cx="5448772" cy="31016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152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공통 결과 </a:t>
            </a:r>
            <a:r>
              <a:rPr lang="en-US" altLang="ko-KR" sz="2000" b="1" dirty="0" err="1" smtClean="0"/>
              <a:t>Dto</a:t>
            </a:r>
            <a:r>
              <a:rPr lang="en-US" altLang="ko-KR" sz="2000" b="1" dirty="0" smtClean="0"/>
              <a:t> – </a:t>
            </a:r>
            <a:r>
              <a:rPr lang="en-US" altLang="ko-KR" sz="2000" b="1" dirty="0" err="1" smtClean="0"/>
              <a:t>ResponseDto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작성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828866"/>
            <a:ext cx="4536504" cy="41193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772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MemberApiController</a:t>
            </a:r>
            <a:r>
              <a:rPr lang="en-US" altLang="ko-KR" sz="2000" b="1" dirty="0" smtClean="0"/>
              <a:t> – return</a:t>
            </a:r>
            <a:r>
              <a:rPr lang="ko-KR" altLang="en-US" sz="2000" b="1" dirty="0" smtClean="0"/>
              <a:t>을 </a:t>
            </a:r>
            <a:r>
              <a:rPr lang="en-US" altLang="ko-KR" sz="2000" b="1" dirty="0" err="1" smtClean="0"/>
              <a:t>RequestDto</a:t>
            </a:r>
            <a:r>
              <a:rPr lang="ko-KR" altLang="en-US" sz="2000" b="1" dirty="0" smtClean="0"/>
              <a:t>로 함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828866"/>
            <a:ext cx="8100762" cy="24538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695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ajax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회원 관리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3014" y="1052736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err="1" smtClean="0"/>
              <a:t>RequestBody</a:t>
            </a:r>
            <a:r>
              <a:rPr lang="en-US" altLang="ko-KR" sz="2000" b="1" dirty="0" smtClean="0"/>
              <a:t> &amp; </a:t>
            </a:r>
            <a:r>
              <a:rPr lang="en-US" altLang="ko-KR" sz="2000" b="1" dirty="0" err="1" smtClean="0"/>
              <a:t>ResponseBody</a:t>
            </a:r>
            <a:endParaRPr lang="en-US" altLang="ko-KR" sz="2000" b="1" dirty="0"/>
          </a:p>
        </p:txBody>
      </p:sp>
      <p:sp>
        <p:nvSpPr>
          <p:cNvPr id="2" name="직사각형 1"/>
          <p:cNvSpPr/>
          <p:nvPr/>
        </p:nvSpPr>
        <p:spPr>
          <a:xfrm>
            <a:off x="782555" y="1700808"/>
            <a:ext cx="8712968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웹에서 </a:t>
            </a:r>
            <a:r>
              <a:rPr lang="ko-KR" altLang="en-US" sz="1600" dirty="0"/>
              <a:t>화면전환(</a:t>
            </a:r>
            <a:r>
              <a:rPr lang="ko-KR" altLang="en-US" sz="1600" dirty="0" err="1"/>
              <a:t>새로고침</a:t>
            </a:r>
            <a:r>
              <a:rPr lang="ko-KR" altLang="en-US" sz="1600" dirty="0"/>
              <a:t>) 없이 이루어지는 동작들은 대부분 </a:t>
            </a:r>
            <a:r>
              <a:rPr lang="ko-KR" altLang="en-US" sz="1600" b="1" i="1" dirty="0"/>
              <a:t>비동기 통신</a:t>
            </a:r>
            <a:r>
              <a:rPr lang="ko-KR" altLang="en-US" sz="1600" dirty="0"/>
              <a:t>으로 이루어진다</a:t>
            </a:r>
            <a:r>
              <a:rPr lang="ko-KR" altLang="en-US" sz="1600" dirty="0" smtClean="0"/>
              <a:t>.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ko-KR" altLang="en-US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비동기통신을 하기 위해서는 </a:t>
            </a:r>
            <a:r>
              <a:rPr lang="ko-KR" altLang="en-US" sz="1600" dirty="0"/>
              <a:t>클라이언트에서 서버로 요청 </a:t>
            </a:r>
            <a:r>
              <a:rPr lang="ko-KR" altLang="en-US" sz="1600" dirty="0" err="1"/>
              <a:t>메세지를</a:t>
            </a:r>
            <a:r>
              <a:rPr lang="ko-KR" altLang="en-US" sz="1600" dirty="0"/>
              <a:t> 보낼 때, 본문에 </a:t>
            </a:r>
            <a:r>
              <a:rPr lang="ko-KR" altLang="en-US" sz="1600" dirty="0" smtClean="0"/>
              <a:t>데이</a:t>
            </a:r>
            <a:r>
              <a:rPr lang="ko-KR" altLang="en-US" sz="1600" dirty="0"/>
              <a:t>터</a:t>
            </a:r>
            <a:r>
              <a:rPr lang="ko-KR" altLang="en-US" sz="1600" dirty="0" smtClean="0"/>
              <a:t>를 </a:t>
            </a:r>
            <a:r>
              <a:rPr lang="ko-KR" altLang="en-US" sz="1600" dirty="0"/>
              <a:t>담아서 보내야 하고, 서버에서 클라이언트로 응답을 </a:t>
            </a:r>
            <a:r>
              <a:rPr lang="ko-KR" altLang="en-US" sz="1600" dirty="0" smtClean="0"/>
              <a:t>보낼 때에도 </a:t>
            </a:r>
            <a:r>
              <a:rPr lang="ko-KR" altLang="en-US" sz="1600" dirty="0"/>
              <a:t>본문에 데이터를 담아서 보내야 한다.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 이 </a:t>
            </a:r>
            <a:r>
              <a:rPr lang="ko-KR" altLang="en-US" sz="1600" dirty="0"/>
              <a:t>본문이 바로 </a:t>
            </a:r>
            <a:r>
              <a:rPr lang="ko-KR" altLang="en-US" sz="1600" dirty="0" err="1"/>
              <a:t>body</a:t>
            </a:r>
            <a:r>
              <a:rPr lang="ko-KR" altLang="en-US" sz="1600" dirty="0"/>
              <a:t> 이다</a:t>
            </a:r>
            <a:r>
              <a:rPr lang="ko-KR" altLang="en-US" sz="1600" dirty="0" smtClean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 즉</a:t>
            </a:r>
            <a:r>
              <a:rPr lang="ko-KR" altLang="en-US" sz="1600" dirty="0"/>
              <a:t>, </a:t>
            </a:r>
            <a:r>
              <a:rPr lang="ko-KR" altLang="en-US" sz="1600" dirty="0" smtClean="0"/>
              <a:t>요청 본문 </a:t>
            </a:r>
            <a:r>
              <a:rPr lang="ko-KR" altLang="en-US" b="1" dirty="0" err="1"/>
              <a:t>requestBody</a:t>
            </a:r>
            <a:r>
              <a:rPr lang="ko-KR" altLang="en-US" sz="1600" dirty="0"/>
              <a:t>, </a:t>
            </a:r>
            <a:r>
              <a:rPr lang="ko-KR" altLang="en-US" sz="1600" dirty="0" smtClean="0"/>
              <a:t>응답 본문 </a:t>
            </a:r>
            <a:r>
              <a:rPr lang="ko-KR" altLang="en-US" b="1" dirty="0" err="1"/>
              <a:t>responseBody</a:t>
            </a:r>
            <a:r>
              <a:rPr lang="ko-KR" altLang="en-US" sz="1600" dirty="0"/>
              <a:t> 을 담아서 보내야 한다.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@</a:t>
            </a:r>
            <a:r>
              <a:rPr lang="en-US" altLang="ko-KR" b="1" dirty="0" err="1" smtClean="0"/>
              <a:t>RequestBody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이 </a:t>
            </a:r>
            <a:r>
              <a:rPr lang="ko-KR" altLang="en-US" sz="1600" dirty="0" err="1"/>
              <a:t>어노테이션이</a:t>
            </a:r>
            <a:r>
              <a:rPr lang="ko-KR" altLang="en-US" sz="1600" dirty="0"/>
              <a:t> 붙은 파라미터에는 </a:t>
            </a:r>
            <a:r>
              <a:rPr lang="en-US" altLang="ko-KR" sz="1600" dirty="0"/>
              <a:t>http</a:t>
            </a:r>
            <a:r>
              <a:rPr lang="ko-KR" altLang="en-US" sz="1600" dirty="0"/>
              <a:t>요청의 본문</a:t>
            </a:r>
            <a:r>
              <a:rPr lang="en-US" altLang="ko-KR" sz="1600" dirty="0"/>
              <a:t>(body)</a:t>
            </a:r>
            <a:r>
              <a:rPr lang="ko-KR" altLang="en-US" sz="1600" dirty="0"/>
              <a:t>이 그대로 전달된다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   </a:t>
            </a:r>
            <a:r>
              <a:rPr lang="en-US" altLang="ko-KR" b="1" dirty="0" err="1" smtClean="0"/>
              <a:t>json</a:t>
            </a:r>
            <a:r>
              <a:rPr lang="en-US" altLang="ko-KR" b="1" dirty="0" smtClean="0"/>
              <a:t> </a:t>
            </a:r>
            <a:r>
              <a:rPr lang="ko-KR" altLang="en-US" sz="1600" dirty="0" smtClean="0"/>
              <a:t>기반의 </a:t>
            </a:r>
            <a:r>
              <a:rPr lang="ko-KR" altLang="en-US" sz="1600" dirty="0"/>
              <a:t>메시지를 사용하는 요청의 경우에 이 방법이 매우 유용하다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6866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Service </a:t>
            </a:r>
            <a:r>
              <a:rPr lang="ko-KR" altLang="en-US" dirty="0" smtClean="0"/>
              <a:t>계층 만들기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DB</a:t>
            </a:r>
            <a:r>
              <a:rPr lang="ko-KR" altLang="en-US" sz="2000" b="1" dirty="0" smtClean="0"/>
              <a:t>에 저장 </a:t>
            </a:r>
            <a:r>
              <a:rPr lang="en-US" altLang="ko-KR" sz="2000" b="1" dirty="0" smtClean="0"/>
              <a:t>– Service </a:t>
            </a:r>
            <a:r>
              <a:rPr lang="ko-KR" altLang="en-US" sz="2000" b="1" dirty="0" smtClean="0"/>
              <a:t>계층 필요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673414"/>
            <a:ext cx="8215072" cy="40999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794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Service </a:t>
            </a:r>
            <a:r>
              <a:rPr lang="ko-KR" altLang="en-US" dirty="0" smtClean="0"/>
              <a:t>계층 만들기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DB</a:t>
            </a:r>
            <a:r>
              <a:rPr lang="ko-KR" altLang="en-US" sz="2000" b="1" dirty="0" smtClean="0"/>
              <a:t>에 저장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772816"/>
            <a:ext cx="8458933" cy="39093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63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회원 가입 </a:t>
            </a:r>
            <a:r>
              <a:rPr lang="en-US" altLang="ko-KR" dirty="0" smtClean="0"/>
              <a:t>- DB </a:t>
            </a:r>
            <a:r>
              <a:rPr lang="ko-KR" altLang="en-US" dirty="0" smtClean="0"/>
              <a:t>저장 완료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DB</a:t>
            </a:r>
            <a:r>
              <a:rPr lang="ko-KR" altLang="en-US" sz="2000" b="1" dirty="0" smtClean="0"/>
              <a:t>에서 확인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772816"/>
            <a:ext cx="6198288" cy="17306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469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회원 가입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아이디 중복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아이디</a:t>
            </a:r>
            <a:r>
              <a:rPr lang="en-US" altLang="ko-KR" sz="2000" b="1" dirty="0" smtClean="0"/>
              <a:t>(username) </a:t>
            </a:r>
            <a:r>
              <a:rPr lang="ko-KR" altLang="en-US" sz="2000" b="1" dirty="0" smtClean="0"/>
              <a:t>중복 오류 </a:t>
            </a:r>
            <a:r>
              <a:rPr lang="en-US" altLang="ko-KR" sz="2000" b="1" dirty="0" smtClean="0"/>
              <a:t>– </a:t>
            </a:r>
            <a:r>
              <a:rPr lang="en-US" altLang="ko-KR" sz="2000" b="1" dirty="0" err="1" smtClean="0"/>
              <a:t>ExceptionHandler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수정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700808"/>
            <a:ext cx="9167654" cy="42066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65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회원 가입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아이디 중복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5305" y="1085542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아이디</a:t>
            </a:r>
            <a:r>
              <a:rPr lang="en-US" altLang="ko-KR" sz="2000" b="1" dirty="0" smtClean="0"/>
              <a:t>(username) </a:t>
            </a:r>
            <a:r>
              <a:rPr lang="ko-KR" altLang="en-US" sz="2000" b="1" dirty="0" smtClean="0"/>
              <a:t>중복 오류 </a:t>
            </a:r>
            <a:r>
              <a:rPr lang="en-US" altLang="ko-KR" sz="2000" b="1" dirty="0" smtClean="0"/>
              <a:t>– postman </a:t>
            </a:r>
            <a:r>
              <a:rPr lang="ko-KR" altLang="en-US" sz="2000" b="1" dirty="0" smtClean="0"/>
              <a:t>테스트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829" y="1700808"/>
            <a:ext cx="6591871" cy="4214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/>
          <p:cNvSpPr/>
          <p:nvPr/>
        </p:nvSpPr>
        <p:spPr>
          <a:xfrm>
            <a:off x="1186001" y="4941168"/>
            <a:ext cx="7511415" cy="108012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849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13009</TotalTime>
  <Words>457</Words>
  <Application>Microsoft Office PowerPoint</Application>
  <PresentationFormat>A4 용지(210x297mm)</PresentationFormat>
  <Paragraphs>96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4장. Blog 화면 구현 – 회원 가입</vt:lpstr>
      <vt:lpstr>  예외 처리</vt:lpstr>
      <vt:lpstr>  예외 처리</vt:lpstr>
      <vt:lpstr>  아이디 중복 오류 처리</vt:lpstr>
      <vt:lpstr> 아이디 중복 오류 처리</vt:lpstr>
      <vt:lpstr> 아이디 중복 오류 처리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블로그 화면 구현</vt:lpstr>
      <vt:lpstr>  ajax로 회원 관리</vt:lpstr>
      <vt:lpstr>  ajax로 회원 관리</vt:lpstr>
      <vt:lpstr>  ajax로 회원 관리</vt:lpstr>
      <vt:lpstr>  ajax로 회원 관리</vt:lpstr>
      <vt:lpstr>  ajax로 회원 관리</vt:lpstr>
      <vt:lpstr>  ajax로 회원 관리</vt:lpstr>
      <vt:lpstr>  ajax로 회원 관리</vt:lpstr>
      <vt:lpstr>  ajax로 회원 관리</vt:lpstr>
      <vt:lpstr>  ajax로 회원 관리</vt:lpstr>
      <vt:lpstr>  Service 계층 만들기</vt:lpstr>
      <vt:lpstr>  Service 계층 만들기</vt:lpstr>
      <vt:lpstr>  회원 가입 - DB 저장 완료</vt:lpstr>
      <vt:lpstr>  회원 가입 – 아이디 중복</vt:lpstr>
      <vt:lpstr>  회원 가입 – 아이디 중복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825</cp:revision>
  <dcterms:created xsi:type="dcterms:W3CDTF">2019-03-04T02:36:55Z</dcterms:created>
  <dcterms:modified xsi:type="dcterms:W3CDTF">2023-09-03T07:49:39Z</dcterms:modified>
</cp:coreProperties>
</file>