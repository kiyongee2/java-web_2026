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sldIdLst>
    <p:sldId id="256" r:id="rId2"/>
    <p:sldId id="370" r:id="rId3"/>
    <p:sldId id="389" r:id="rId4"/>
    <p:sldId id="38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81" r:id="rId13"/>
    <p:sldId id="383" r:id="rId14"/>
    <p:sldId id="382" r:id="rId15"/>
    <p:sldId id="384" r:id="rId16"/>
    <p:sldId id="422" r:id="rId17"/>
    <p:sldId id="387" r:id="rId18"/>
    <p:sldId id="388" r:id="rId19"/>
    <p:sldId id="407" r:id="rId20"/>
    <p:sldId id="410" r:id="rId21"/>
    <p:sldId id="386" r:id="rId22"/>
    <p:sldId id="385" r:id="rId23"/>
    <p:sldId id="391" r:id="rId24"/>
    <p:sldId id="392" r:id="rId25"/>
    <p:sldId id="393" r:id="rId26"/>
    <p:sldId id="397" r:id="rId27"/>
    <p:sldId id="394" r:id="rId28"/>
    <p:sldId id="395" r:id="rId29"/>
    <p:sldId id="396" r:id="rId30"/>
    <p:sldId id="398" r:id="rId31"/>
    <p:sldId id="399" r:id="rId32"/>
    <p:sldId id="400" r:id="rId33"/>
    <p:sldId id="401" r:id="rId34"/>
    <p:sldId id="417" r:id="rId35"/>
    <p:sldId id="418" r:id="rId36"/>
    <p:sldId id="419" r:id="rId37"/>
    <p:sldId id="420" r:id="rId38"/>
    <p:sldId id="421" r:id="rId39"/>
    <p:sldId id="402" r:id="rId40"/>
    <p:sldId id="403" r:id="rId41"/>
    <p:sldId id="409" r:id="rId42"/>
    <p:sldId id="404" r:id="rId43"/>
    <p:sldId id="411" r:id="rId44"/>
    <p:sldId id="412" r:id="rId45"/>
    <p:sldId id="413" r:id="rId46"/>
    <p:sldId id="414" r:id="rId47"/>
    <p:sldId id="405" r:id="rId48"/>
    <p:sldId id="406" r:id="rId49"/>
    <p:sldId id="415" r:id="rId50"/>
    <p:sldId id="416" r:id="rId5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5092" autoAdjust="0"/>
  </p:normalViewPr>
  <p:slideViewPr>
    <p:cSldViewPr>
      <p:cViewPr varScale="1">
        <p:scale>
          <a:sx n="88" d="100"/>
          <a:sy n="88" d="100"/>
        </p:scale>
        <p:origin x="1104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5953107"/>
            <a:ext cx="654360" cy="6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mvnrepository.com/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258695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6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MVC 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웹 애플리케이션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i="1" dirty="0" smtClean="0">
                <a:solidFill>
                  <a:schemeClr val="bg1"/>
                </a:solidFill>
              </a:rPr>
              <a:t> </a:t>
            </a:r>
            <a:r>
              <a:rPr lang="ko-KR" altLang="en-US" sz="2000" i="1" dirty="0" smtClean="0">
                <a:solidFill>
                  <a:schemeClr val="bg1"/>
                </a:solidFill>
              </a:rPr>
              <a:t>상품 관리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533" y="3645024"/>
            <a:ext cx="237626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프로젝트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106229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상품 관리 프로젝트 만들기 </a:t>
            </a:r>
            <a:r>
              <a:rPr lang="en-US" altLang="ko-KR" sz="2000" b="1" dirty="0" smtClean="0"/>
              <a:t>– MVC </a:t>
            </a:r>
            <a:r>
              <a:rPr lang="ko-KR" altLang="en-US" sz="2000" b="1" dirty="0" smtClean="0"/>
              <a:t>패턴</a:t>
            </a:r>
            <a:endParaRPr lang="en-US" altLang="ko-KR" sz="20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280592" y="2143712"/>
            <a:ext cx="7416824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Model(</a:t>
            </a:r>
            <a:r>
              <a:rPr lang="ko-KR" altLang="en-US" dirty="0" smtClean="0"/>
              <a:t>모델 구현</a:t>
            </a:r>
            <a:r>
              <a:rPr lang="en-US" altLang="ko-KR" dirty="0" smtClean="0"/>
              <a:t>) – Product.java, ProductService.java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View(</a:t>
            </a:r>
            <a:r>
              <a:rPr lang="ko-KR" altLang="en-US" dirty="0" smtClean="0"/>
              <a:t>뷰 구현</a:t>
            </a:r>
            <a:r>
              <a:rPr lang="en-US" altLang="ko-KR" dirty="0" smtClean="0"/>
              <a:t>) – </a:t>
            </a:r>
            <a:r>
              <a:rPr lang="en-US" altLang="ko-KR" dirty="0" err="1" smtClean="0"/>
              <a:t>productList.jsp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productInfo.jsp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Controller(</a:t>
            </a:r>
            <a:r>
              <a:rPr lang="ko-KR" altLang="en-US" dirty="0" smtClean="0"/>
              <a:t>컨트롤러 구현</a:t>
            </a:r>
            <a:r>
              <a:rPr lang="en-US" altLang="ko-KR" dirty="0" smtClean="0"/>
              <a:t>) – ProductController.java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592" y="3789040"/>
            <a:ext cx="72728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/>
              <a:t>모델 구현은</a:t>
            </a:r>
            <a:r>
              <a:rPr lang="en-US" altLang="ko-KR" dirty="0" smtClean="0"/>
              <a:t> DB</a:t>
            </a:r>
            <a:r>
              <a:rPr lang="ko-KR" altLang="en-US" dirty="0" smtClean="0"/>
              <a:t>를 사용하지 않고 자료 구조</a:t>
            </a:r>
            <a:r>
              <a:rPr lang="en-US" altLang="ko-KR" dirty="0" smtClean="0"/>
              <a:t>(Map)</a:t>
            </a:r>
            <a:r>
              <a:rPr lang="ko-KR" altLang="en-US" dirty="0"/>
              <a:t>를</a:t>
            </a:r>
            <a:r>
              <a:rPr lang="ko-KR" altLang="en-US" dirty="0" smtClean="0"/>
              <a:t> 사용</a:t>
            </a:r>
            <a:endParaRPr lang="en-US" altLang="ko-KR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270870" y="1682047"/>
            <a:ext cx="843465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C00000"/>
                </a:solidFill>
              </a:rPr>
              <a:t>전체 상품 목록을 보여주고 상품을 선택하면 세부 정보를 보여주도록 구현함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6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프로젝트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106229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상품 관리 프로젝트 만들기 </a:t>
            </a:r>
            <a:r>
              <a:rPr lang="en-US" altLang="ko-KR" sz="2000" b="1" dirty="0" smtClean="0"/>
              <a:t>– MVC </a:t>
            </a:r>
            <a:r>
              <a:rPr lang="ko-KR" altLang="en-US" sz="2000" b="1" dirty="0" smtClean="0"/>
              <a:t>패턴</a:t>
            </a:r>
            <a:endParaRPr lang="en-US" altLang="ko-KR" sz="2000" b="1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424608" y="1700808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프로젝트 계층 구조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2276872"/>
            <a:ext cx="2810267" cy="2410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모서리가 둥근 직사각형 2"/>
          <p:cNvSpPr/>
          <p:nvPr/>
        </p:nvSpPr>
        <p:spPr>
          <a:xfrm>
            <a:off x="1496616" y="3501008"/>
            <a:ext cx="3456384" cy="1512168"/>
          </a:xfrm>
          <a:prstGeom prst="round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5601072" y="2276872"/>
            <a:ext cx="2324424" cy="2409636"/>
            <a:chOff x="5313040" y="2276872"/>
            <a:chExt cx="2324424" cy="240963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3"/>
            <a:srcRect t="57903"/>
            <a:stretch/>
          </p:blipFill>
          <p:spPr>
            <a:xfrm>
              <a:off x="5313040" y="3339057"/>
              <a:ext cx="2324424" cy="1347451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3"/>
            <a:srcRect b="66255"/>
            <a:stretch/>
          </p:blipFill>
          <p:spPr>
            <a:xfrm>
              <a:off x="5313040" y="2276872"/>
              <a:ext cx="2324424" cy="108012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  <p:sp>
        <p:nvSpPr>
          <p:cNvPr id="12" name="모서리가 둥근 직사각형 11"/>
          <p:cNvSpPr/>
          <p:nvPr/>
        </p:nvSpPr>
        <p:spPr>
          <a:xfrm>
            <a:off x="5313040" y="3356992"/>
            <a:ext cx="2808312" cy="1512168"/>
          </a:xfrm>
          <a:prstGeom prst="round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763943" y="515719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java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67240" y="515719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web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025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프로젝트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5325548" y="2924944"/>
            <a:ext cx="504056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92560" y="106229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상품 관리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31" y="2060848"/>
            <a:ext cx="3815001" cy="23551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20" y="1844824"/>
            <a:ext cx="2752670" cy="27871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183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58781"/>
            <a:ext cx="6797602" cy="40195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7113240" y="1844824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</a:t>
            </a:r>
            <a:r>
              <a:rPr lang="en-US" altLang="ko-KR" dirty="0" smtClean="0"/>
              <a:t>roduct.java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106229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 smtClean="0"/>
              <a:t>Product DTO </a:t>
            </a:r>
            <a:r>
              <a:rPr lang="ko-KR" altLang="en-US" sz="2000" b="1" dirty="0" smtClean="0"/>
              <a:t>생성</a:t>
            </a:r>
            <a:r>
              <a:rPr lang="en-US" altLang="ko-KR" sz="20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299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124744"/>
            <a:ext cx="4392488" cy="50258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1222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646462"/>
            <a:ext cx="6978846" cy="42801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969224" y="1646462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ProductService.java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모델</a:t>
            </a:r>
            <a:r>
              <a:rPr lang="en-US" altLang="ko-KR" sz="2000" b="1" dirty="0" smtClean="0"/>
              <a:t>(Model)</a:t>
            </a:r>
            <a:r>
              <a:rPr lang="ko-KR" altLang="en-US" sz="2000" b="1" dirty="0" smtClean="0"/>
              <a:t> 역할</a:t>
            </a:r>
            <a:r>
              <a:rPr lang="en-US" altLang="ko-KR" sz="20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648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5" y="1769440"/>
            <a:ext cx="6196771" cy="2658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모델</a:t>
            </a:r>
            <a:r>
              <a:rPr lang="en-US" altLang="ko-KR" sz="2000" b="1" dirty="0" smtClean="0"/>
              <a:t>(Model)</a:t>
            </a:r>
            <a:r>
              <a:rPr lang="ko-KR" altLang="en-US" sz="2000" b="1" dirty="0" smtClean="0"/>
              <a:t> 역할</a:t>
            </a:r>
            <a:r>
              <a:rPr lang="en-US" altLang="ko-KR" sz="20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660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907270"/>
            <a:ext cx="8450175" cy="3672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70966" y="1423674"/>
            <a:ext cx="2648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ProductController.java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2560" y="980728"/>
            <a:ext cx="41764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 smtClean="0"/>
              <a:t>Product </a:t>
            </a:r>
            <a:r>
              <a:rPr lang="ko-KR" altLang="en-US" sz="2000" b="1" dirty="0" smtClean="0"/>
              <a:t>컨트롤러</a:t>
            </a:r>
            <a:r>
              <a:rPr lang="en-US" altLang="ko-KR" sz="2000" b="1" dirty="0" smtClean="0"/>
              <a:t>(</a:t>
            </a:r>
            <a:r>
              <a:rPr lang="ko-KR" altLang="en-US" sz="2000" b="1" dirty="0" err="1" smtClean="0"/>
              <a:t>서블릿</a:t>
            </a:r>
            <a:r>
              <a:rPr lang="en-US" altLang="ko-KR" sz="2000" b="1" dirty="0" smtClean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05355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2560" y="980728"/>
            <a:ext cx="41764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 smtClean="0"/>
              <a:t>Product </a:t>
            </a:r>
            <a:r>
              <a:rPr lang="ko-KR" altLang="en-US" sz="2000" b="1" dirty="0" smtClean="0"/>
              <a:t>컨트롤러</a:t>
            </a:r>
            <a:r>
              <a:rPr lang="en-US" altLang="ko-KR" sz="2000" b="1" dirty="0" smtClean="0"/>
              <a:t>(</a:t>
            </a:r>
            <a:r>
              <a:rPr lang="ko-KR" altLang="en-US" sz="2000" b="1" dirty="0" err="1" smtClean="0"/>
              <a:t>서블릿</a:t>
            </a:r>
            <a:r>
              <a:rPr lang="en-US" altLang="ko-KR" sz="2000" b="1" dirty="0" smtClean="0"/>
              <a:t>)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19238"/>
            <a:ext cx="7885176" cy="37570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3230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7296" y="2938544"/>
            <a:ext cx="145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index.jsp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834" y="3312601"/>
            <a:ext cx="7457496" cy="20162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1628800"/>
            <a:ext cx="4839375" cy="13146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인덱스</a:t>
            </a:r>
            <a:r>
              <a:rPr lang="en-US" altLang="ko-KR" sz="2000" b="1" dirty="0" smtClean="0"/>
              <a:t>(index) </a:t>
            </a:r>
            <a:r>
              <a:rPr lang="ko-KR" altLang="en-US" sz="2000" b="1" dirty="0" smtClean="0"/>
              <a:t>페이지</a:t>
            </a:r>
            <a:r>
              <a:rPr lang="en-US" altLang="ko-KR" sz="20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120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3320" y="184482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productList.jsp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상품 목록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94" y="1628366"/>
            <a:ext cx="5834586" cy="43929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7725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프로젝트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366"/>
            <a:ext cx="7215646" cy="46089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833320" y="184482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productList.jsp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상품 목록</a:t>
            </a:r>
            <a:r>
              <a:rPr lang="en-US" altLang="ko-KR" sz="20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745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 smtClean="0"/>
              <a:t>상품 상세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366"/>
            <a:ext cx="6146357" cy="4680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25208" y="227600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</a:t>
            </a:r>
            <a:r>
              <a:rPr lang="en-US" altLang="ko-KR" dirty="0" err="1" smtClean="0"/>
              <a:t>roductInfo.jsp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36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상품관리 프로젝트</a:t>
            </a:r>
            <a:r>
              <a:rPr lang="en-US" altLang="ko-KR" sz="2000" b="1" dirty="0" smtClean="0"/>
              <a:t> - </a:t>
            </a:r>
            <a:r>
              <a:rPr lang="ko-KR" altLang="en-US" sz="2000" b="1" dirty="0" smtClean="0"/>
              <a:t>데이터베이스와 연동</a:t>
            </a:r>
            <a:endParaRPr lang="en-US" altLang="ko-KR" sz="2000" b="1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이름 </a:t>
            </a:r>
            <a:r>
              <a:rPr lang="en-US" altLang="ko-KR" sz="2000" b="1" dirty="0" smtClean="0"/>
              <a:t>: </a:t>
            </a:r>
            <a:r>
              <a:rPr lang="en-US" altLang="ko-KR" sz="2000" b="1" dirty="0" err="1" smtClean="0"/>
              <a:t>ProductMall</a:t>
            </a:r>
            <a:endParaRPr lang="en-US" altLang="ko-KR" sz="2000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996391"/>
            <a:ext cx="3356926" cy="39656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676" y="1982125"/>
            <a:ext cx="2831127" cy="39335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837290" y="5979139"/>
            <a:ext cx="588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53200" y="5979139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67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Maven </a:t>
            </a:r>
            <a:r>
              <a:rPr lang="ko-KR" altLang="en-US" dirty="0"/>
              <a:t>기반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58" y="1052736"/>
            <a:ext cx="7271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/>
              <a:t>프로젝트 </a:t>
            </a:r>
            <a:r>
              <a:rPr lang="en-US" altLang="ko-KR" b="1" dirty="0" smtClean="0"/>
              <a:t>&gt; </a:t>
            </a:r>
            <a:r>
              <a:rPr lang="ko-KR" altLang="en-US" b="1" dirty="0" err="1" smtClean="0"/>
              <a:t>우클릭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</a:t>
            </a:r>
            <a:r>
              <a:rPr lang="en-US" altLang="ko-KR" b="1" dirty="0"/>
              <a:t>configure &gt; Convert to Maven </a:t>
            </a:r>
            <a:r>
              <a:rPr lang="en-US" altLang="ko-KR" b="1" dirty="0" smtClean="0"/>
              <a:t>Project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dirty="0" smtClean="0"/>
              <a:t>pox.xml </a:t>
            </a:r>
            <a:r>
              <a:rPr lang="ko-KR" altLang="en-US" b="1" dirty="0"/>
              <a:t>에 </a:t>
            </a:r>
            <a:r>
              <a:rPr lang="en-US" altLang="ko-KR" b="1" dirty="0"/>
              <a:t>&lt;dependencies&gt; </a:t>
            </a:r>
            <a:r>
              <a:rPr lang="ko-KR" altLang="en-US" b="1" dirty="0"/>
              <a:t>의존성 관리 </a:t>
            </a:r>
            <a:r>
              <a:rPr lang="en-US" altLang="ko-KR" b="1" dirty="0" smtClean="0"/>
              <a:t>(3</a:t>
            </a:r>
            <a:r>
              <a:rPr lang="ko-KR" altLang="en-US" b="1" dirty="0" smtClean="0"/>
              <a:t>개 </a:t>
            </a:r>
            <a:r>
              <a:rPr lang="ko-KR" altLang="en-US" b="1" dirty="0"/>
              <a:t>추가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2204864"/>
            <a:ext cx="6644494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995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777686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Tomcat Server localhost </a:t>
            </a:r>
            <a:r>
              <a:rPr lang="ko-KR" altLang="en-US" sz="2000" b="1" dirty="0" smtClean="0"/>
              <a:t>경로 변경</a:t>
            </a:r>
            <a:endParaRPr lang="en-US" altLang="ko-KR" sz="2000" b="1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http://</a:t>
            </a:r>
            <a:r>
              <a:rPr lang="en-US" altLang="ko-KR" b="1" dirty="0" smtClean="0"/>
              <a:t>localhost:8080/ProdectMall/</a:t>
            </a:r>
            <a:r>
              <a:rPr lang="en-US" altLang="ko-KR" b="1" dirty="0"/>
              <a:t> -&gt; http://</a:t>
            </a:r>
            <a:r>
              <a:rPr lang="en-US" altLang="ko-KR" b="1" dirty="0" smtClean="0"/>
              <a:t>localhost:8080/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17526"/>
          <a:stretch/>
        </p:blipFill>
        <p:spPr>
          <a:xfrm>
            <a:off x="1568624" y="2202575"/>
            <a:ext cx="5807073" cy="1355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5" name="직선 화살표 연결선 4"/>
          <p:cNvCxnSpPr/>
          <p:nvPr/>
        </p:nvCxnSpPr>
        <p:spPr>
          <a:xfrm flipH="1">
            <a:off x="5241033" y="2583670"/>
            <a:ext cx="648071" cy="35952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75497" y="2116269"/>
            <a:ext cx="1224268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더블 클릭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768" y="3638955"/>
            <a:ext cx="3505926" cy="23216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639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777686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index </a:t>
            </a:r>
            <a:r>
              <a:rPr lang="ko-KR" altLang="en-US" sz="2000" b="1" dirty="0" smtClean="0"/>
              <a:t>페이지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49" y="1632815"/>
            <a:ext cx="4090440" cy="45434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452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777686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index </a:t>
            </a:r>
            <a:r>
              <a:rPr lang="ko-KR" altLang="en-US" sz="2000" b="1" dirty="0" smtClean="0"/>
              <a:t>페이지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7541537" cy="4680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8387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2880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css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파일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34726"/>
            <a:ext cx="4440550" cy="47832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088" y="3212976"/>
            <a:ext cx="3816424" cy="22319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368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JDBC - </a:t>
            </a:r>
            <a:r>
              <a:rPr lang="ko-KR" altLang="en-US" sz="2000" b="1" dirty="0" smtClean="0"/>
              <a:t>데이터베이스 연동</a:t>
            </a:r>
            <a:r>
              <a:rPr lang="en-US" altLang="ko-KR" sz="2000" b="1" dirty="0" smtClean="0"/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21168" y="1637010"/>
            <a:ext cx="73922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Maven Repository</a:t>
            </a:r>
            <a:r>
              <a:rPr lang="ko-KR" altLang="en-US" dirty="0"/>
              <a:t>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메이븐</a:t>
            </a:r>
            <a:r>
              <a:rPr lang="ko-KR" altLang="en-US" dirty="0" smtClean="0"/>
              <a:t> 저장소</a:t>
            </a:r>
            <a:r>
              <a:rPr lang="en-US" altLang="ko-KR" dirty="0" smtClean="0"/>
              <a:t>) </a:t>
            </a:r>
            <a:r>
              <a:rPr lang="en-US" altLang="ko-KR" dirty="0">
                <a:hlinkClick r:id="rId2"/>
              </a:rPr>
              <a:t>https://mvnrepository.com</a:t>
            </a:r>
            <a:r>
              <a:rPr lang="en-US" altLang="ko-KR" dirty="0" smtClean="0">
                <a:hlinkClick r:id="rId2"/>
              </a:rPr>
              <a:t>/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err="1" smtClean="0"/>
              <a:t>mysql</a:t>
            </a:r>
            <a:r>
              <a:rPr lang="en-US" altLang="ko-KR" dirty="0" smtClean="0"/>
              <a:t> driver</a:t>
            </a:r>
            <a:r>
              <a:rPr lang="ko-KR" altLang="en-US" dirty="0" smtClean="0"/>
              <a:t>로 검색 </a:t>
            </a:r>
            <a:r>
              <a:rPr lang="en-US" altLang="ko-KR" dirty="0" smtClean="0"/>
              <a:t>&gt; Connector/j 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664" y="2924944"/>
            <a:ext cx="5819185" cy="27335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7678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JDBC - </a:t>
            </a:r>
            <a:r>
              <a:rPr lang="ko-KR" altLang="en-US" sz="2000" b="1" dirty="0" smtClean="0"/>
              <a:t>데이터베이스 연동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00" y="2397265"/>
            <a:ext cx="8417920" cy="15178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1521169" y="1637010"/>
            <a:ext cx="4953000" cy="4542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smtClean="0"/>
              <a:t>pom.xml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&lt;dependency&gt; </a:t>
            </a:r>
            <a:r>
              <a:rPr lang="ko-KR" altLang="en-US" dirty="0" smtClean="0"/>
              <a:t>의존성 추가</a:t>
            </a:r>
            <a:endParaRPr lang="en-US" altLang="ko-KR" dirty="0"/>
          </a:p>
        </p:txBody>
      </p:sp>
      <p:grpSp>
        <p:nvGrpSpPr>
          <p:cNvPr id="9" name="그룹 8"/>
          <p:cNvGrpSpPr/>
          <p:nvPr/>
        </p:nvGrpSpPr>
        <p:grpSpPr>
          <a:xfrm>
            <a:off x="2144688" y="4077072"/>
            <a:ext cx="4176464" cy="2012274"/>
            <a:chOff x="2144688" y="4077072"/>
            <a:chExt cx="4176464" cy="201227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6696" y="4077072"/>
              <a:ext cx="3841614" cy="201227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cxnSp>
          <p:nvCxnSpPr>
            <p:cNvPr id="6" name="직선 연결선 5"/>
            <p:cNvCxnSpPr/>
            <p:nvPr/>
          </p:nvCxnSpPr>
          <p:spPr>
            <a:xfrm>
              <a:off x="2144688" y="5877272"/>
              <a:ext cx="417646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247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MySQL </a:t>
            </a:r>
            <a:r>
              <a:rPr lang="en-US" altLang="ko-KR" sz="2000" b="1" dirty="0" err="1" smtClean="0"/>
              <a:t>WorkBench</a:t>
            </a:r>
            <a:endParaRPr lang="en-US" altLang="ko-KR" sz="2000" b="1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JAVAUSER </a:t>
            </a:r>
            <a:r>
              <a:rPr lang="ko-KR" altLang="en-US" sz="2000" b="1" dirty="0" smtClean="0"/>
              <a:t>계정 만들고</a:t>
            </a:r>
            <a:r>
              <a:rPr lang="en-US" altLang="ko-KR" sz="2000" b="1" dirty="0" smtClean="0"/>
              <a:t>,</a:t>
            </a:r>
            <a:r>
              <a:rPr lang="ko-KR" altLang="en-US" sz="2000" b="1" dirty="0" smtClean="0"/>
              <a:t> 접속 화면 만들기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2090031"/>
            <a:ext cx="4392488" cy="15012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3744405"/>
            <a:ext cx="6774737" cy="25644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971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j</a:t>
            </a:r>
            <a:r>
              <a:rPr lang="en-US" altLang="ko-KR" sz="2000" b="1" dirty="0" err="1" smtClean="0"/>
              <a:t>spdb</a:t>
            </a:r>
            <a:r>
              <a:rPr lang="en-US" altLang="ko-KR" sz="2000" b="1" dirty="0" smtClean="0"/>
              <a:t> &gt; product </a:t>
            </a:r>
            <a:r>
              <a:rPr lang="ko-KR" altLang="en-US" sz="2000" b="1" dirty="0" smtClean="0"/>
              <a:t>테이블 만들기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6979162" cy="39177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2221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JDBC </a:t>
            </a:r>
            <a:r>
              <a:rPr lang="ko-KR" altLang="en-US" sz="2000" b="1" dirty="0" smtClean="0"/>
              <a:t>연결 테스트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615398"/>
            <a:ext cx="8554408" cy="34372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688" y="5301208"/>
            <a:ext cx="7049923" cy="2908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32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상품 관리 </a:t>
            </a:r>
            <a:r>
              <a:rPr lang="en-US" altLang="ko-KR" dirty="0" smtClean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61206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DBUtil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클래스 </a:t>
            </a:r>
            <a:r>
              <a:rPr lang="en-US" altLang="ko-KR" sz="2000" b="1" dirty="0" smtClean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28366"/>
            <a:ext cx="8373192" cy="38888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7539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495" y="1619238"/>
            <a:ext cx="6073666" cy="43209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7113240" y="1763254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</a:t>
            </a:r>
            <a:r>
              <a:rPr lang="en-US" altLang="ko-KR" dirty="0" smtClean="0"/>
              <a:t>roduct.java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Product DTO </a:t>
            </a:r>
            <a:r>
              <a:rPr lang="ko-KR" altLang="en-US" sz="2000" b="1" dirty="0" smtClean="0"/>
              <a:t>생성</a:t>
            </a:r>
            <a:r>
              <a:rPr lang="en-US" altLang="ko-KR" sz="20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811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124744"/>
            <a:ext cx="4392488" cy="50258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691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Product DAO – </a:t>
            </a:r>
            <a:r>
              <a:rPr lang="ko-KR" altLang="en-US" sz="2000" b="1" dirty="0" smtClean="0"/>
              <a:t>상품 등록 메서드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556792"/>
            <a:ext cx="8684011" cy="42418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0174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Product DAO – </a:t>
            </a:r>
            <a:r>
              <a:rPr lang="ko-KR" altLang="en-US" sz="2000" b="1" dirty="0" smtClean="0"/>
              <a:t>상품 목록 메서드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51264"/>
            <a:ext cx="6237344" cy="47580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441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Product DAO – </a:t>
            </a:r>
            <a:r>
              <a:rPr lang="ko-KR" altLang="en-US" sz="2000" b="1" dirty="0" smtClean="0"/>
              <a:t>상품 상세 보기 메서드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37877"/>
            <a:ext cx="6172775" cy="48468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9061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Product DAO – </a:t>
            </a:r>
            <a:r>
              <a:rPr lang="ko-KR" altLang="en-US" sz="2000" b="1" dirty="0" smtClean="0"/>
              <a:t>상품 삭제 메서드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86991"/>
            <a:ext cx="8041087" cy="29388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3166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Product DAO – </a:t>
            </a:r>
            <a:r>
              <a:rPr lang="ko-KR" altLang="en-US" sz="2000" b="1" dirty="0" smtClean="0"/>
              <a:t>상품 수정 메서드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674510"/>
            <a:ext cx="8564927" cy="38212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0696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ProductService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서비스 계층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34726"/>
            <a:ext cx="5725011" cy="46064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087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ProductService</a:t>
            </a:r>
            <a:r>
              <a:rPr lang="en-US" altLang="ko-KR" sz="2000" b="1" dirty="0" smtClean="0"/>
              <a:t> – </a:t>
            </a:r>
            <a:r>
              <a:rPr lang="ko-KR" altLang="en-US" sz="2000" b="1" dirty="0" smtClean="0"/>
              <a:t>서비스 계층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87871"/>
            <a:ext cx="6635991" cy="28932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320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ProductController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서블릿</a:t>
            </a:r>
            <a:r>
              <a:rPr lang="ko-KR" altLang="en-US" sz="2000" b="1" dirty="0" smtClean="0"/>
              <a:t> 컨트롤러 계층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534726"/>
            <a:ext cx="8384881" cy="45573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7611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ProductController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서블릿</a:t>
            </a:r>
            <a:r>
              <a:rPr lang="ko-KR" altLang="en-US" sz="2000" b="1" dirty="0" smtClean="0"/>
              <a:t> 컨트롤러 계층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34726"/>
            <a:ext cx="7776166" cy="46773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47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ProductController</a:t>
            </a:r>
            <a:r>
              <a:rPr lang="en-US" altLang="ko-KR" sz="2000" b="1" dirty="0" smtClean="0"/>
              <a:t> – </a:t>
            </a:r>
            <a:r>
              <a:rPr lang="ko-KR" altLang="en-US" sz="2000" b="1" dirty="0" err="1" smtClean="0"/>
              <a:t>서블릿</a:t>
            </a:r>
            <a:r>
              <a:rPr lang="ko-KR" altLang="en-US" sz="2000" b="1" dirty="0" smtClean="0"/>
              <a:t> 컨트롤러 계층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34726"/>
            <a:ext cx="7307293" cy="48326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152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/>
              <a:t>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목록 페이지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99" y="1628366"/>
            <a:ext cx="4933177" cy="25207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3930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목록 페이지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94343"/>
            <a:ext cx="6977018" cy="43549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257256" y="1700808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productList.jsp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06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목록 페이지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630733"/>
            <a:ext cx="8452619" cy="42226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4091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등록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47893"/>
            <a:ext cx="4176464" cy="30388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0501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등록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13059"/>
            <a:ext cx="6986728" cy="42893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29264" y="1613059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addProduct.jsp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472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등록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366"/>
            <a:ext cx="6369805" cy="45197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215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정보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366"/>
            <a:ext cx="3511293" cy="3279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301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/>
              <a:t>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정보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365"/>
            <a:ext cx="6912768" cy="45859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25208" y="227600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</a:t>
            </a:r>
            <a:r>
              <a:rPr lang="en-US" altLang="ko-KR" dirty="0" err="1" smtClean="0"/>
              <a:t>roductInfo.jsp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88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삭제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3" y="1844824"/>
            <a:ext cx="4887265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8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/>
              <a:t>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수정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00808"/>
            <a:ext cx="4176464" cy="28504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369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/>
              <a:t>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수정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72382"/>
            <a:ext cx="8290485" cy="37448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257256" y="1547500"/>
            <a:ext cx="221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updateProduct.jsp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61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상품 관리 </a:t>
            </a:r>
            <a:r>
              <a:rPr lang="en-US" altLang="ko-KR" dirty="0"/>
              <a:t>– 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56166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수정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34112"/>
            <a:ext cx="8269347" cy="40271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419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11420</TotalTime>
  <Words>580</Words>
  <Application>Microsoft Office PowerPoint</Application>
  <PresentationFormat>A4 용지(210x297mm)</PresentationFormat>
  <Paragraphs>129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7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6장. MVC 웹 애플리케이션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744</cp:revision>
  <dcterms:created xsi:type="dcterms:W3CDTF">2019-03-04T02:36:55Z</dcterms:created>
  <dcterms:modified xsi:type="dcterms:W3CDTF">2025-10-15T07:38:43Z</dcterms:modified>
</cp:coreProperties>
</file>