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6"/>
  </p:notesMasterIdLst>
  <p:sldIdLst>
    <p:sldId id="256" r:id="rId2"/>
    <p:sldId id="439" r:id="rId3"/>
    <p:sldId id="447" r:id="rId4"/>
    <p:sldId id="491" r:id="rId5"/>
    <p:sldId id="440" r:id="rId6"/>
    <p:sldId id="441" r:id="rId7"/>
    <p:sldId id="442" r:id="rId8"/>
    <p:sldId id="493" r:id="rId9"/>
    <p:sldId id="490" r:id="rId10"/>
    <p:sldId id="444" r:id="rId11"/>
    <p:sldId id="445" r:id="rId12"/>
    <p:sldId id="448" r:id="rId13"/>
    <p:sldId id="449" r:id="rId14"/>
    <p:sldId id="450" r:id="rId15"/>
    <p:sldId id="451" r:id="rId16"/>
    <p:sldId id="452" r:id="rId17"/>
    <p:sldId id="453" r:id="rId18"/>
    <p:sldId id="454" r:id="rId19"/>
    <p:sldId id="455" r:id="rId20"/>
    <p:sldId id="456" r:id="rId21"/>
    <p:sldId id="457" r:id="rId22"/>
    <p:sldId id="459" r:id="rId23"/>
    <p:sldId id="458" r:id="rId24"/>
    <p:sldId id="461" r:id="rId25"/>
    <p:sldId id="463" r:id="rId26"/>
    <p:sldId id="464" r:id="rId27"/>
    <p:sldId id="460" r:id="rId28"/>
    <p:sldId id="462" r:id="rId29"/>
    <p:sldId id="465" r:id="rId30"/>
    <p:sldId id="466" r:id="rId31"/>
    <p:sldId id="467" r:id="rId32"/>
    <p:sldId id="468" r:id="rId33"/>
    <p:sldId id="469" r:id="rId34"/>
    <p:sldId id="470" r:id="rId35"/>
    <p:sldId id="471" r:id="rId36"/>
    <p:sldId id="473" r:id="rId37"/>
    <p:sldId id="474" r:id="rId38"/>
    <p:sldId id="472" r:id="rId39"/>
    <p:sldId id="476" r:id="rId40"/>
    <p:sldId id="477" r:id="rId41"/>
    <p:sldId id="478" r:id="rId42"/>
    <p:sldId id="479" r:id="rId43"/>
    <p:sldId id="480" r:id="rId44"/>
    <p:sldId id="481" r:id="rId45"/>
    <p:sldId id="475" r:id="rId46"/>
    <p:sldId id="482" r:id="rId47"/>
    <p:sldId id="483" r:id="rId48"/>
    <p:sldId id="484" r:id="rId49"/>
    <p:sldId id="485" r:id="rId50"/>
    <p:sldId id="486" r:id="rId51"/>
    <p:sldId id="487" r:id="rId52"/>
    <p:sldId id="488" r:id="rId53"/>
    <p:sldId id="489" r:id="rId54"/>
    <p:sldId id="492" r:id="rId55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5092" autoAdjust="0"/>
  </p:normalViewPr>
  <p:slideViewPr>
    <p:cSldViewPr>
      <p:cViewPr varScale="1">
        <p:scale>
          <a:sx n="88" d="100"/>
          <a:sy n="88" d="100"/>
        </p:scale>
        <p:origin x="1104" y="7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381328"/>
            <a:ext cx="9945555" cy="47667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53433" y="6453337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9" name="Picture 2" descr="JSP] sendRedirect() 메소드로 파라미터 값을 받아오기"/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5953107"/>
            <a:ext cx="654360" cy="65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5250583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7</a:t>
            </a:r>
            <a:r>
              <a:rPr lang="ko-KR" altLang="en-US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및 게시판 관리 </a:t>
            </a:r>
            <a:endParaRPr lang="ko-KR" altLang="en-US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000" i="1" dirty="0" smtClean="0">
                <a:solidFill>
                  <a:schemeClr val="bg1"/>
                </a:solidFill>
              </a:rPr>
              <a:t> Member &amp; Board</a:t>
            </a:r>
            <a:endParaRPr lang="ko-KR" altLang="en-US" sz="16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26" name="Picture 2" descr="JSP] sendRedirect() 메소드로 파라미터 값을 받아오기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533" y="3645024"/>
            <a:ext cx="2376264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회원 관리 프로젝트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회원관리 프로젝트</a:t>
            </a:r>
            <a:r>
              <a:rPr lang="en-US" altLang="ko-KR" sz="2000" b="1" dirty="0" smtClean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 smtClean="0"/>
              <a:t>프로젝트 이름 </a:t>
            </a:r>
            <a:r>
              <a:rPr lang="en-US" altLang="ko-KR" sz="2000" b="1" dirty="0" smtClean="0"/>
              <a:t>: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7290" y="5939988"/>
            <a:ext cx="588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java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609184" y="5949280"/>
            <a:ext cx="61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web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16" y="2071022"/>
            <a:ext cx="3115454" cy="38782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220" y="2093182"/>
            <a:ext cx="2823186" cy="35680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9255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Maven </a:t>
            </a:r>
            <a:r>
              <a:rPr lang="ko-KR" altLang="en-US" dirty="0"/>
              <a:t>기반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58" y="1052736"/>
            <a:ext cx="72715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 smtClean="0"/>
              <a:t>프로젝트 </a:t>
            </a:r>
            <a:r>
              <a:rPr lang="en-US" altLang="ko-KR" b="1" dirty="0" smtClean="0"/>
              <a:t>&gt; </a:t>
            </a:r>
            <a:r>
              <a:rPr lang="ko-KR" altLang="en-US" b="1" dirty="0" err="1" smtClean="0"/>
              <a:t>우클릭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</a:t>
            </a:r>
            <a:r>
              <a:rPr lang="en-US" altLang="ko-KR" b="1" dirty="0"/>
              <a:t>configure &gt; Convert to Maven </a:t>
            </a:r>
            <a:r>
              <a:rPr lang="en-US" altLang="ko-KR" b="1" dirty="0" smtClean="0"/>
              <a:t>Project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b="1" dirty="0" smtClean="0"/>
              <a:t>pox.xml </a:t>
            </a:r>
            <a:r>
              <a:rPr lang="ko-KR" altLang="en-US" b="1" dirty="0"/>
              <a:t>에 </a:t>
            </a:r>
            <a:r>
              <a:rPr lang="en-US" altLang="ko-KR" b="1" dirty="0"/>
              <a:t>&lt;dependencies&gt; </a:t>
            </a:r>
            <a:r>
              <a:rPr lang="ko-KR" altLang="en-US" b="1" dirty="0"/>
              <a:t>의존성 관리 </a:t>
            </a:r>
            <a:r>
              <a:rPr lang="en-US" altLang="ko-KR" b="1" dirty="0" smtClean="0"/>
              <a:t>(3</a:t>
            </a:r>
            <a:r>
              <a:rPr lang="ko-KR" altLang="en-US" b="1" dirty="0" smtClean="0"/>
              <a:t>개 </a:t>
            </a:r>
            <a:r>
              <a:rPr lang="ko-KR" altLang="en-US" b="1" dirty="0"/>
              <a:t>추가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2204864"/>
            <a:ext cx="6644494" cy="39604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1652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계층적 구조</a:t>
            </a:r>
            <a:endParaRPr lang="en-US" altLang="ko-KR" sz="2000" b="1" dirty="0" smtClean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3512840" y="1772816"/>
            <a:ext cx="3898495" cy="133416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6" name="원통 5"/>
          <p:cNvSpPr/>
          <p:nvPr/>
        </p:nvSpPr>
        <p:spPr>
          <a:xfrm>
            <a:off x="3825254" y="5353830"/>
            <a:ext cx="1528795" cy="667458"/>
          </a:xfrm>
          <a:prstGeom prst="can">
            <a:avLst>
              <a:gd name="adj" fmla="val 432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데이터베이스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578688" y="2140401"/>
            <a:ext cx="1440160" cy="57631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err="1" smtClean="0">
                <a:solidFill>
                  <a:schemeClr val="tx1"/>
                </a:solidFill>
              </a:rPr>
              <a:t>웹브라우저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3882943" y="1996385"/>
            <a:ext cx="1300125" cy="42593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뷰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3900946" y="2572450"/>
            <a:ext cx="1300125" cy="40591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컨트롤러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915179" y="2140402"/>
            <a:ext cx="1300125" cy="66925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데이터 모델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(DTO)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 flipV="1">
            <a:off x="3108857" y="2417200"/>
            <a:ext cx="774086" cy="22338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V="1">
            <a:off x="3108857" y="2209354"/>
            <a:ext cx="716397" cy="13038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5179088" y="2212409"/>
            <a:ext cx="736091" cy="1576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10" idx="3"/>
            <a:endCxn id="11" idx="1"/>
          </p:cNvCxnSpPr>
          <p:nvPr/>
        </p:nvCxnSpPr>
        <p:spPr>
          <a:xfrm flipV="1">
            <a:off x="5201071" y="2475027"/>
            <a:ext cx="714108" cy="3003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62011" y="1996385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rgbClr val="C00000"/>
                </a:solidFill>
              </a:rPr>
              <a:t>요청</a:t>
            </a:r>
            <a:endParaRPr lang="ko-KR" altLang="en-US" sz="1400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62011" y="2575255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rgbClr val="C00000"/>
                </a:solidFill>
              </a:rPr>
              <a:t>응답</a:t>
            </a:r>
            <a:endParaRPr lang="ko-KR" altLang="en-US" sz="1400" dirty="0">
              <a:solidFill>
                <a:srgbClr val="C00000"/>
              </a:solidFill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3496955" y="3395017"/>
            <a:ext cx="3898495" cy="751457"/>
            <a:chOff x="3579816" y="3772825"/>
            <a:chExt cx="3898495" cy="751457"/>
          </a:xfrm>
        </p:grpSpPr>
        <p:sp>
          <p:nvSpPr>
            <p:cNvPr id="31" name="모서리가 둥근 직사각형 30"/>
            <p:cNvSpPr/>
            <p:nvPr/>
          </p:nvSpPr>
          <p:spPr>
            <a:xfrm>
              <a:off x="3579816" y="3772825"/>
              <a:ext cx="3898495" cy="75145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422817" y="3956878"/>
              <a:ext cx="21143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 smtClean="0"/>
                <a:t>서비스</a:t>
              </a:r>
              <a:r>
                <a:rPr lang="en-US" altLang="ko-KR" sz="1600" dirty="0" smtClean="0"/>
                <a:t>(Service)</a:t>
              </a:r>
              <a:endParaRPr lang="ko-KR" altLang="en-US" sz="1600" dirty="0"/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3496955" y="4402837"/>
            <a:ext cx="3898495" cy="751457"/>
            <a:chOff x="3579816" y="3772825"/>
            <a:chExt cx="3898495" cy="751457"/>
          </a:xfrm>
          <a:solidFill>
            <a:schemeClr val="bg1"/>
          </a:solidFill>
        </p:grpSpPr>
        <p:sp>
          <p:nvSpPr>
            <p:cNvPr id="35" name="모서리가 둥근 직사각형 34"/>
            <p:cNvSpPr/>
            <p:nvPr/>
          </p:nvSpPr>
          <p:spPr>
            <a:xfrm>
              <a:off x="3579816" y="3772825"/>
              <a:ext cx="3898495" cy="751457"/>
            </a:xfrm>
            <a:prstGeom prst="roundRect">
              <a:avLst/>
            </a:prstGeom>
            <a:grp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381908" y="3956878"/>
              <a:ext cx="2299284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 smtClean="0"/>
                <a:t>DAO(Repository)</a:t>
              </a:r>
              <a:endParaRPr lang="ko-KR" altLang="en-US" sz="1600" dirty="0"/>
            </a:p>
          </p:txBody>
        </p:sp>
      </p:grpSp>
      <p:cxnSp>
        <p:nvCxnSpPr>
          <p:cNvPr id="38" name="직선 연결선 37"/>
          <p:cNvCxnSpPr/>
          <p:nvPr/>
        </p:nvCxnSpPr>
        <p:spPr>
          <a:xfrm>
            <a:off x="4508083" y="2978366"/>
            <a:ext cx="0" cy="416651"/>
          </a:xfrm>
          <a:prstGeom prst="line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4508083" y="4043089"/>
            <a:ext cx="0" cy="416651"/>
          </a:xfrm>
          <a:prstGeom prst="line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4508083" y="4982232"/>
            <a:ext cx="0" cy="416651"/>
          </a:xfrm>
          <a:prstGeom prst="line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660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인덱스 페이지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664" y="1556792"/>
            <a:ext cx="4176464" cy="482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69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인덱스 페이지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98238"/>
            <a:ext cx="7924834" cy="46809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6607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s</a:t>
            </a:r>
            <a:r>
              <a:rPr lang="en-US" altLang="ko-KR" sz="2000" b="1" dirty="0" smtClean="0"/>
              <a:t>tyle.css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609286"/>
            <a:ext cx="4655296" cy="46897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2921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s</a:t>
            </a:r>
            <a:r>
              <a:rPr lang="en-US" altLang="ko-KR" sz="2000" b="1" dirty="0" smtClean="0"/>
              <a:t>tyle.css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592518"/>
            <a:ext cx="4392488" cy="47814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6427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MemberDTO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366"/>
            <a:ext cx="6688960" cy="432091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69649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MemberDTO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626054"/>
            <a:ext cx="4550671" cy="432091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6459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MemberDTO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54005"/>
            <a:ext cx="6048672" cy="33927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3577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/>
              <a:t>j</a:t>
            </a:r>
            <a:r>
              <a:rPr lang="en-US" altLang="ko-KR" sz="2000" b="1" dirty="0" err="1" smtClean="0"/>
              <a:t>spdb</a:t>
            </a:r>
            <a:r>
              <a:rPr lang="en-US" altLang="ko-KR" sz="2000" b="1" dirty="0" smtClean="0"/>
              <a:t> &gt; Member </a:t>
            </a:r>
            <a:r>
              <a:rPr lang="ko-KR" altLang="en-US" sz="2000" b="1" dirty="0" smtClean="0"/>
              <a:t>테이블 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00808"/>
            <a:ext cx="7200800" cy="30573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872" y="4974387"/>
            <a:ext cx="4320480" cy="4834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9899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JDBC </a:t>
            </a:r>
            <a:r>
              <a:rPr lang="ko-KR" altLang="en-US" sz="2000" b="1" dirty="0" smtClean="0"/>
              <a:t>연결 테스트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1615398"/>
            <a:ext cx="8554408" cy="34372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688" y="5301208"/>
            <a:ext cx="7049923" cy="2908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3701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DBUtil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클래스 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628366"/>
            <a:ext cx="8373192" cy="38888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52929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MemberDAO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회원 가입 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52" y="1599278"/>
            <a:ext cx="8690642" cy="384594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4708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MemberDAO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회원 목록 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34726"/>
            <a:ext cx="6074992" cy="47745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2308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MemberDAO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회원 상세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정보</a:t>
            </a:r>
            <a:r>
              <a:rPr lang="en-US" altLang="ko-KR" sz="2000" b="1" dirty="0" smtClean="0"/>
              <a:t>)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56792"/>
            <a:ext cx="7229929" cy="47324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55600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MemberDAO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로그인 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96682"/>
            <a:ext cx="8119572" cy="43525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0435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회원 가입 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1772816"/>
            <a:ext cx="4102133" cy="29740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3436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addMember.jsp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366"/>
            <a:ext cx="6632012" cy="40604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7273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addMember.jsp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1" y="1700808"/>
            <a:ext cx="8107567" cy="27363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657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회원 목록 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579" y="1700808"/>
            <a:ext cx="5544615" cy="26642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32313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/>
              <a:t>m</a:t>
            </a:r>
            <a:r>
              <a:rPr lang="en-US" altLang="ko-KR" sz="2000" b="1" dirty="0" err="1" smtClean="0"/>
              <a:t>emberList.jsp</a:t>
            </a:r>
            <a:endParaRPr lang="en-US" altLang="ko-KR" sz="2000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10851"/>
            <a:ext cx="6048672" cy="2712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01" y="2049557"/>
            <a:ext cx="7300222" cy="38997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4464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/>
              <a:t>m</a:t>
            </a:r>
            <a:r>
              <a:rPr lang="en-US" altLang="ko-KR" sz="2000" b="1" dirty="0" err="1" smtClean="0"/>
              <a:t>emberList.jsp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28" y="1641267"/>
            <a:ext cx="8993702" cy="32945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4913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회원 상세 보기 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28366"/>
            <a:ext cx="3672408" cy="31106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57921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memberInfo.jsp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27487"/>
            <a:ext cx="6661445" cy="41777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3136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로그인 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700808"/>
            <a:ext cx="3960440" cy="22374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9880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login.jsp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56792"/>
            <a:ext cx="5400600" cy="47595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8898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MemberService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서비스 계층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536" y="1547230"/>
            <a:ext cx="4575584" cy="47620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65979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MemberController</a:t>
            </a:r>
            <a:r>
              <a:rPr lang="en-US" altLang="ko-KR" sz="2000" b="1" dirty="0" smtClean="0"/>
              <a:t> – </a:t>
            </a:r>
            <a:r>
              <a:rPr lang="ko-KR" altLang="en-US" sz="2000" b="1" dirty="0" err="1" smtClean="0"/>
              <a:t>서블릿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52" y="1534726"/>
            <a:ext cx="8744033" cy="43799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78015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MemberController</a:t>
            </a:r>
            <a:r>
              <a:rPr lang="en-US" altLang="ko-KR" sz="2000" b="1" dirty="0" smtClean="0"/>
              <a:t> – </a:t>
            </a:r>
            <a:r>
              <a:rPr lang="ko-KR" altLang="en-US" sz="2000" b="1" dirty="0" err="1" smtClean="0"/>
              <a:t>서블릿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16295"/>
            <a:ext cx="6308874" cy="48466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9819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MemberController</a:t>
            </a:r>
            <a:r>
              <a:rPr lang="en-US" altLang="ko-KR" sz="2000" b="1" dirty="0" smtClean="0"/>
              <a:t> – </a:t>
            </a:r>
            <a:r>
              <a:rPr lang="ko-KR" altLang="en-US" sz="2000" b="1" dirty="0" err="1" smtClean="0"/>
              <a:t>서블릿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56792"/>
            <a:ext cx="6984776" cy="45511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0531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회원 </a:t>
            </a:r>
            <a:r>
              <a:rPr lang="ko-KR" altLang="en-US" dirty="0"/>
              <a:t>관리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MemberController</a:t>
            </a:r>
            <a:r>
              <a:rPr lang="en-US" altLang="ko-KR" sz="2000" b="1" dirty="0" smtClean="0"/>
              <a:t> – </a:t>
            </a:r>
            <a:r>
              <a:rPr lang="ko-KR" altLang="en-US" sz="2000" b="1" dirty="0" err="1" smtClean="0"/>
              <a:t>서블릿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34726"/>
            <a:ext cx="6920044" cy="43115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950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인덱스 페이지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299" y="1556792"/>
            <a:ext cx="4061201" cy="46934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8821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BoardDTO</a:t>
            </a:r>
            <a:endParaRPr lang="en-US" altLang="ko-KR" sz="2000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556792"/>
            <a:ext cx="5670132" cy="463714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87280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BoardDTO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366"/>
            <a:ext cx="5455229" cy="46014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6344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MySQL - </a:t>
            </a:r>
            <a:r>
              <a:rPr lang="ko-KR" altLang="en-US" sz="2000" b="1" dirty="0" smtClean="0"/>
              <a:t>테이블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098" y="1663363"/>
            <a:ext cx="6406462" cy="40705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393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BoardDAO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글 목록 보기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486947"/>
            <a:ext cx="6397103" cy="48943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52315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BoardDAO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글 등록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593951"/>
            <a:ext cx="8136904" cy="35080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84090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BoardDAO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글 상세 보기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70787"/>
            <a:ext cx="6621158" cy="47385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72892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BoardService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서비스 계층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179" y="1556792"/>
            <a:ext cx="5046980" cy="48066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5524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BoardController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컨트롤러 계층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64260"/>
            <a:ext cx="8290592" cy="35283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35927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BoardController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컨트롤러 계층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34726"/>
            <a:ext cx="6840760" cy="477590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7995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BoardController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컨트롤러 계층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56444"/>
            <a:ext cx="8189130" cy="36603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41724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게시글</a:t>
            </a:r>
            <a:r>
              <a:rPr lang="ko-KR" altLang="en-US" sz="2000" b="1" dirty="0" smtClean="0"/>
              <a:t> 목록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772816"/>
            <a:ext cx="4680520" cy="34203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584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게시글</a:t>
            </a:r>
            <a:r>
              <a:rPr lang="ko-KR" altLang="en-US" sz="2000" b="1" dirty="0" smtClean="0"/>
              <a:t> 목록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9" y="1556792"/>
            <a:ext cx="7272808" cy="44713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44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게시글</a:t>
            </a:r>
            <a:r>
              <a:rPr lang="ko-KR" altLang="en-US" sz="2000" b="1" dirty="0" smtClean="0"/>
              <a:t> 목록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22673"/>
            <a:ext cx="7864879" cy="46809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05588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게시글</a:t>
            </a:r>
            <a:r>
              <a:rPr lang="ko-KR" altLang="en-US" sz="2000" b="1" dirty="0" smtClean="0"/>
              <a:t> 등록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445" y="2276872"/>
            <a:ext cx="4032448" cy="134855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736" y="3891900"/>
            <a:ext cx="3096344" cy="18382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352600" y="1641068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글쓰기는 로그인한 회원만 가능함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345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게시글</a:t>
            </a:r>
            <a:r>
              <a:rPr lang="ko-KR" altLang="en-US" sz="2000" b="1" dirty="0" smtClean="0"/>
              <a:t> 등록</a:t>
            </a:r>
            <a:endParaRPr lang="en-US" altLang="ko-KR" sz="2000" b="1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700808"/>
            <a:ext cx="4608512" cy="37942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2331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게시글</a:t>
            </a:r>
            <a:r>
              <a:rPr lang="ko-KR" altLang="en-US" sz="2000" b="1" dirty="0" smtClean="0"/>
              <a:t> 등록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48676"/>
            <a:ext cx="7149636" cy="41565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4031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게시글</a:t>
            </a:r>
            <a:r>
              <a:rPr lang="ko-KR" altLang="en-US" sz="2000" b="1" dirty="0" smtClean="0"/>
              <a:t> 등록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700808"/>
            <a:ext cx="7776864" cy="32605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7200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게시글</a:t>
            </a:r>
            <a:r>
              <a:rPr lang="ko-KR" altLang="en-US" sz="2000" b="1" dirty="0" smtClean="0"/>
              <a:t> 상세 보기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7" y="1628366"/>
            <a:ext cx="5256584" cy="37765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780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게시글</a:t>
            </a:r>
            <a:r>
              <a:rPr lang="ko-KR" altLang="en-US" sz="2000" b="1" dirty="0" smtClean="0"/>
              <a:t> 상세 보기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628366"/>
            <a:ext cx="8419826" cy="42484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6313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게시판 관리 </a:t>
            </a:r>
            <a:r>
              <a:rPr lang="ko-KR" altLang="en-US" dirty="0"/>
              <a:t>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게시글</a:t>
            </a:r>
            <a:r>
              <a:rPr lang="ko-KR" altLang="en-US" sz="2000" b="1" dirty="0" smtClean="0"/>
              <a:t> 상세 보기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1772816"/>
            <a:ext cx="8928992" cy="20228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41201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11564</TotalTime>
  <Words>403</Words>
  <Application>Microsoft Office PowerPoint</Application>
  <PresentationFormat>A4 용지(210x297mm)</PresentationFormat>
  <Paragraphs>124</Paragraphs>
  <Slides>54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1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7장. 회원 및 게시판 관리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748</cp:revision>
  <dcterms:created xsi:type="dcterms:W3CDTF">2019-03-04T02:36:55Z</dcterms:created>
  <dcterms:modified xsi:type="dcterms:W3CDTF">2025-10-19T22:07:31Z</dcterms:modified>
</cp:coreProperties>
</file>